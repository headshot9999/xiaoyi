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17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中国市场把细分、低价和门店三句同时喊响。中国法人的第一件事，是这三句都不跟。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四件都是同一套结构在中国的动作。加款、加价、加店、加广告，都是把方向做松。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工具不换一套。换的是中国会员听得懂的话，和规则里面能做成的接法。医院不是开工的前提。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收束不再加新论点。四句对上封面。最后一句落到中国法人自己身上，然后停住。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中国法人要做的，是把这三件事在中国做成事实。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中国把三种诱惑同时放大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自己挑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51760"/>
            <a:ext cx="32461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天猫、京东把货铺开，让人在里面比较。选择一多，绝对品质就松。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只要便宜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651760"/>
            <a:ext cx="32461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低价平台把“最贱”做成默认。
只认便宜的那一层，在中国更响。
跟过去，就会另做一条贱的线。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先把店开起来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651760"/>
            <a:ext cx="32461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开市客、大创、名创优品，
都用店把人接住。
中国法人若先开店，三十五个点就没了。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三种都在叫中国法人改模式。
改了，就不再是同一套结构。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中国法人就做这四件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不另做一条中国线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2763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一个品类仍是一个。不为最上的人做贵的，不为只认便宜的人做贱的。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59152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不在中国价格上加一层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98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三十五个点不向中国消费者要。加了，就该让人去开市客。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478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295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用中国的量，把工序锁住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968496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把看得见的需求交给一条线。愿景让对方看见，比先堆很多款有用。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1830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00016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先有队伍，再谈店和广告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13892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店和投放吃掉的，就是那三十五个点。组织先动，店可以后有。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三台引擎，在中国转起来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用中国会员听得懂的话，
把一小时收成五分钟。
事业者是这家平台的主人，
不是发链接的人。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258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10312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从身体和饮食进入，
不再“好东西请用”。
人越用越留下，建议才因人而异。
不必等一座医院盖好才开始。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258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10312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油、蛋、充电，每天的开支接进来。
电要在规则里面找能累积的办法。
十万个日常品目让人每天来。
一百兆仍由大约五百个主力品目赚。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中国法人不另造一个中国模式。
同一套结构，在中国转起来。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7091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中国法人要做的，是把这四句在中国做成事实。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