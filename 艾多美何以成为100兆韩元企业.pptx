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全稿 8 页。只讲 3A：APP、Acare、AZA，以及人工智能怎样抬体验、抬业绩。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3A 就是 APP、Acare、AZA，不是三个并列的应用。新人进 Acare 建记录，记录说缺哪个功能，一能一品定那一个产品，AZA 每天接开支带出主力品目，用的人记在 PPO 名下，合起来变成能排产的数。要数的三样由中国法人自己给出，这里不填数字。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先武装事业者：阶段、中文骨架、PPO。培育 PPO 是9月13日奖项的三份发表之一。酒店课和培训部是旧成本。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Acare 的输入是每餐、体型、步数、用药。输出先是这个人缺哪个功能，产品因一能一品而跟着定，人工智能不是在几个产品里挑。血和尿可以后补，记录不能等医院。记录存哪里、哪句话能说，中国要先定，定之前不对会员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AZA 是市集的地面，不是行政窗口。鲭鱼这类高成本率的日常品负责人来。一百兆仍由大约五百个主力品目赚。充电接不接、走哪张卡哪张网，中国先定，不卖加油券。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千人千面是两样和那句话因人而异，不是目录变长。推荐只做缺什么、快用完、该带给谁。语音只确认已经摆上的两样，支付走现有收银台，不在语音里收集卡号。下单同时记到 PPO、连续使用和排产。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件都接在已有的首页两样和语音确认上，不另开一个会在几百款里挑的引擎。拍完重算是当次转化。空瓶前三天只续同一款。家里的人分开记，首页按人出。停用分三天、七天、十四天，用审过的骨架对这一个人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收束只留 3A：APP、Acare、AZA，以及要数的三样。然后停住。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E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A9A9A"/>
                </a:solidFill>
                <a:latin typeface="Noto Sans CJK SC"/>
                <a:ea typeface="Noto Sans CJK SC"/>
                <a:cs typeface="Noto Sans CJK SC"/>
              </a:rPr>
              <a:t>蒙想讯息    2026年9月22日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1097280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800" b="0" i="0" lang="zh-CN" altLang="en-US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艾多美何以成为</a:t>
            </a:r>
          </a:p>
          <a:p>
            <a:pPr algn="l"/>
            <a:r>
              <a:rPr sz="4800" b="0" i="0" lang="zh-CN" altLang="en-US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一百兆韩元企业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4160520"/>
            <a:ext cx="960120" cy="32004"/>
          </a:xfrm>
          <a:prstGeom prst="rect">
            <a:avLst/>
          </a:prstGeom>
          <a:solidFill>
            <a:srgbClr val="9E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434840"/>
            <a:ext cx="10241280" cy="1325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800" b="0" i="0" lang="zh-CN" altLang="en-US">
                <a:solidFill>
                  <a:srgbClr val="D4D4D4"/>
                </a:solidFill>
                <a:latin typeface="Noto Sans CJK SC"/>
                <a:ea typeface="Noto Sans CJK SC"/>
                <a:cs typeface="Noto Sans CJK SC"/>
              </a:rPr>
              <a:t>3A 就是 APP、Acare、AZA。
APP 是店，Acare 对着这个人说，AZA 把每天接进来。
写给中国法人。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6A6A6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"/>
            <a:ext cx="1005840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3A 是一条线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01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99616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Acare 建记录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新人先进来。
每餐、体型、步数、
用药。
记录先每天跑起来。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2344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5" y="12070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5" y="1499616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说缺什么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5" y="224028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先说这个人
缺哪个功能。
一个功能，
只有一个产品。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65192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12070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499616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那一个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24028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进的就是品类里
那一个冠军。
不必再比较，
话对着这个人说。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2070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1499616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AZA 每天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24028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每天的开支接进来。
人每天打开。
主力品目在这里
被带出来。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0887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59" y="12070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1499616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PPO 与排产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224028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用的人记在 PPO 名下。
合起来，是下个月
那只罐子和栽培合同
看得见的数。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6177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80060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20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3A 就是 APP、Acare、AZA。
要数三样：建了记录的人，连续用的天数，每天打开 AZA 的人。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C8C8C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"/>
            <a:ext cx="1005840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APP，先改变事业者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01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99616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八个阶段在里面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324612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5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产品懂得多少，
八个阶段走到哪一步，
下一步学什么，都在里面。
中国法人做成中文的路径。
人不用等一场酒店课。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2070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499616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一百到二百支骨架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240280"/>
            <a:ext cx="324612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5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到明年年底先打好骨架。
事业者换成自己的脸、
自己的讲法。
一小时收成五分钟。
说明在这个人的平台上完成。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2070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1499616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PPO，平台的主人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2240280"/>
            <a:ext cx="324612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5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PPO 是这家平台的主人，
不是发链接的人。
自己的店、健康、教育，
收在一处。
培育 PPO，是九月十三日
三份发表之一。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75488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956048"/>
            <a:ext cx="107899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22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教育的大笔费用在这里消失。
省下来的，还是那三十五个点。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C8C8C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"/>
            <a:ext cx="1005840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Acare 对着这个人说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01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放进来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704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说出来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每餐一张照片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碳水、蛋白、脂肪，白米还是玄米，蔬菜和纤维有多少。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身高、体重、步数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42032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肥胖还是肌肉，活动够不够。步数从手机接进来。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6265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用药和注射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36976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代谢顺不顺，有连续记录才说得清。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57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血和尿可以后补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31920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上面这些先每天跑起来。不必等一座医院。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该减，还是该补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47088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减碳水，补蛋白；吃多了；或只吃精制，碳水其实不够。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677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一年、五年、十年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42032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照这样下去，身体可以估。家族里带下来的病要能看见。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9626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缺哪个功能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36976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一能一品：先说缺哪个功能，那一个产品跟着定。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57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先进入 Acare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93192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介绍别人，先把对方的记录建起来，再谈产品。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170432"/>
            <a:ext cx="10972" cy="32004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6177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773168"/>
            <a:ext cx="107899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8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终点是个人健康数据银行。本人同意，隐私守住。
中国要先定两件：记录存在哪里，哪句话能说。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C8C8C8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"/>
            <a:ext cx="1005840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AZA 让人每天走进来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01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99616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十万个，不赚一百兆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324612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5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鸡蛋、油、充电接进来。
一百兆由大约五百个
主力品目赚。
AZA 做的是热狗那一件事。
先接每天都发生的开支。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2070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499616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鲭鱼回答不了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240280"/>
            <a:ext cx="324612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5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成本率到七成五的日常品，
单靠它到不了一百兆。
它负责人每天来。
主力品目负责赚。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207008"/>
            <a:ext cx="10972" cy="3063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2070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1499616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电，先定哪张卡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2240280"/>
            <a:ext cx="3246120" cy="1965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5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不卖加油券，
走联名卡积分。
中国电动车多。
用哪张卡、哪张充电网，
先定。能累积，再对会员说。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75488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956048"/>
            <a:ext cx="107899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20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每天的开支接进同一个平台。
人每天来，五百个主力的产量才留得住。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C8C8C8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"/>
            <a:ext cx="1005840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首页两样，语音只确认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01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千人千面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115568"/>
            <a:ext cx="7955279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打开不是目录。今天只摆两样：缺的那个功能对应的产品，旁边一句为什么；再加上每天用的那一件。人不同，两样不同。功效句只用审过的。没定哪句话能说，首页不新写。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10881360" cy="914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7568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5740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推荐只做三件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75688"/>
            <a:ext cx="7955279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缺什么：记录决定功能，功能决定那一个，不另推替代款。快用完了：按上次购买和用量提醒续上。该带给谁：先发进入 Acare 的入口，不发产品链接。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26080"/>
            <a:ext cx="10881360" cy="914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3580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1752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语音加购与支付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35808"/>
            <a:ext cx="7955279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说“把今天这两样加入购物车”，再说“确认支付”。语音不搜索、不比较、不改款。支付走现有收银台，语音里不报卡号、不存卡号。收银台没接上之前，语音只加购。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886200"/>
            <a:ext cx="10881360" cy="914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9592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7764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下完单，三处一起变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995928"/>
            <a:ext cx="7955279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记在 PPO 名下。这个人的连续使用更新。同类订单合成下个月那只罐子要排的数。事业者工作台只看三行：谁还没建记录，谁的瓶子快空了，谁停了几天。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46320"/>
            <a:ext cx="10881360" cy="914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0749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20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平台已经会在几百款里推荐。
中国法人的商城不做那一件。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C8C8C8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"/>
            <a:ext cx="1005840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四件都长在两样和语音上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012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15214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拍完，首页当场重算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54480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拍下这一餐，两样立刻换，不等运营改图。当次就能加购，不流失到下次打开。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21991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03703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空瓶前三天，只续同一款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06039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按上次的量和每天用量倒推。提前三天，语音只问要不要续上。不推新品。连续天数不断在这里。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73551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55263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家里的人分开记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57599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父母、孩子各一份记录。首页按人出两样，不混进一个购物车。买对的人变多，一户不止一个人在用。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25112"/>
            <a:ext cx="640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0682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 lang="zh-CN" altLang="en-US">
                <a:solidFill>
                  <a:srgbClr val="141414"/>
                </a:solidFill>
                <a:latin typeface="Noto Sans CJK SC Medium"/>
                <a:ea typeface="Noto Sans CJK SC Medium"/>
                <a:cs typeface="Noto Sans CJK SC Medium"/>
              </a:rPr>
              <a:t>停了才开口，而且分档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09159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2C2C2C"/>
                </a:solidFill>
                <a:latin typeface="Noto Sans CJK SC"/>
                <a:ea typeface="Noto Sans CJK SC"/>
                <a:cs typeface="Noto Sans CJK SC"/>
              </a:rPr>
              <a:t>三天、七天、十四天，话用审过的骨架，对象是这一个人。点开就联系。被记得，不是被群发。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94960"/>
            <a:ext cx="1088136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55955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体验省掉的是改图、再找、买错、被群发。业绩留下的是当次加购、续上、一户多人、停掉的人回来。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C8C8C8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E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0" i="0" lang="zh-CN" altLang="en-US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0" y="73151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B5B5B5"/>
                </a:solidFill>
                <a:latin typeface="Noto Sans CJK SC"/>
                <a:ea typeface="Noto Sans CJK SC"/>
                <a:cs typeface="Noto Sans CJK SC"/>
              </a:rPr>
              <a:t>五分钟说明，早上三行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0" i="0" lang="zh-CN" altLang="en-US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Acare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44475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B5B5B5"/>
                </a:solidFill>
                <a:latin typeface="Noto Sans CJK SC"/>
                <a:ea typeface="Noto Sans CJK SC"/>
                <a:cs typeface="Noto Sans CJK SC"/>
              </a:rPr>
              <a:t>拍一张，说缺什么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0" i="0" lang="zh-CN" altLang="en-US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AZA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1579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B5B5B5"/>
                </a:solidFill>
                <a:latin typeface="Noto Sans CJK SC"/>
                <a:ea typeface="Noto Sans CJK SC"/>
                <a:cs typeface="Noto Sans CJK SC"/>
              </a:rPr>
              <a:t>说一句，就买到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0" i="0" lang="zh-CN" altLang="en-US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要数的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87121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 lang="zh-CN" altLang="en-US">
                <a:solidFill>
                  <a:srgbClr val="B5B5B5"/>
                </a:solidFill>
                <a:latin typeface="Noto Sans CJK SC"/>
                <a:ea typeface="Noto Sans CJK SC"/>
                <a:cs typeface="Noto Sans CJK SC"/>
              </a:rPr>
              <a:t>记录、连续天数、每天打开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0332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800" b="0" i="0" lang="zh-CN" altLang="en-US">
                <a:solidFill>
                  <a:srgbClr val="9E1B1B"/>
                </a:solidFill>
                <a:latin typeface="Noto Sans CJK SC Medium"/>
                <a:ea typeface="Noto Sans CJK SC Medium"/>
                <a:cs typeface="Noto Sans CJK SC Medium"/>
              </a:rPr>
              <a:t>不能不去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61772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800" b="0" i="0" lang="zh-CN" altLang="en-US">
                <a:solidFill>
                  <a:srgbClr val="D4D4D4"/>
                </a:solidFill>
                <a:latin typeface="Noto Sans CJK SC"/>
                <a:ea typeface="Noto Sans CJK SC"/>
                <a:cs typeface="Noto Sans CJK SC"/>
              </a:rPr>
              <a:t>体验省掉的是等课、填表、搜索。
业绩留下的是续购，和跟到的那一个人。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06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 lang="zh-CN" altLang="en-US">
                <a:solidFill>
                  <a:srgbClr val="9A9A9A"/>
                </a:solidFill>
                <a:latin typeface="Noto Sans CJK SC"/>
                <a:ea typeface="Noto Sans CJK SC"/>
                <a:cs typeface="Noto Sans CJK SC"/>
              </a:rPr>
              <a:t>蒙想讯息    2026年9月22日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6492240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100" b="0" i="0" lang="zh-CN" altLang="en-US">
                <a:solidFill>
                  <a:srgbClr val="6A6A6A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艾多美何以成为100兆韩元企业</dc:title>
  <dc:subject>蒙想讯息 · 2026年9月22日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