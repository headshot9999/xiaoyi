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全稿 12 页。只讲中国法人要做的事：标准、产线、合作方、企划、三 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月28日工作坊：面对按规格生产的竞争者，回到重新制定标准。三条是一能一品、品质加倍或价格减半、从超大规模重构成本。9月13日把品质定为世界第一、价格竞争力定为压倒性第一，一能一品是一个产品、一个全球冠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三层成本：多型号的制造、广告和店、消费者的选择失败。拿掉这三层，1,200 才成立。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不是把价格砍下来。是把无用工序拿掉，再按一个月十万盒重算成本。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四件都落在工序上：模具、配方、罐容、鲜品。加款、谈运费、再加一个口味，都不在这四件里。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合作方先要看见能排产的量、设备由谁出、原料从育苗锁到哪一年。询价单给不出这些。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7月28日：批评线性接力，要求从一体化企划一次贯通到终点。中国法人先出货、再补内容、再办培训，链在企划上就断了。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个人平台先武装事业者：阶段、中文骨架、PPO。培育 PPO 是9月13日奖项的三份发表之一。酒店课和培训部是旧成本。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艾护理的输入是每餐、体型、步数、用药。输出先是这个人缺哪个功能，产品因一能一品而跟着定，人工智能不是在几个产品里挑。血和尿可以后补，记录不能等医院。记录存哪里、哪句话能说，中国要先定，定之前不对会员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阿扎是市集的地面，不是行政窗口。鲭鱼这类高成本率的日常品负责人来。一百兆仍由大约五百个主力品目赚。充电接不接、走哪张卡哪张网，中国先定，不卖加油券。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 A 不是三个并列的应用。新人进艾护理建记录，记录说缺哪个功能，一能一品定那一个产品，阿扎每天接开支带出主力品目，用的人记在 PPO 名下，合起来变成能排产的数。要数的三样由中国法人自己给出，这里不填数字。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收束只回到四件：产线、合作方、企划、三A，以及要数的三样。然后停住。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蒙想讯息    2026年9月22日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965960"/>
            <a:ext cx="1097280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艾多美何以成为</a:t>
            </a:r>
          </a:p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一百兆韩元企业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" y="4160520"/>
            <a:ext cx="960120" cy="32004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434840"/>
            <a:ext cx="10241280" cy="1325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800" b="0" i="0" lang="zh-CN" altLang="en-US">
                <a:solidFill>
                  <a:srgbClr val="D4D4D4"/>
                </a:solidFill>
                <a:latin typeface="Noto Sans CJK SC"/>
                <a:ea typeface="Noto Sans CJK SC"/>
                <a:cs typeface="Noto Sans CJK SC"/>
              </a:rPr>
              <a:t>一个功能，一个产品。品质加倍，或价格减半。
成本从起点就按超大规模算。
写给中国法人：哪些工序拿掉，三 A 怎么接。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回到重定标准的时候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一能一品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散开的品类收成一个。
一个功能，一个产品。
这一个，要成为品类里的
全球冠军。
中国的量用在这一个上。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加倍，或减半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品质加倍，或价格减半。
两件可以一起发生。
品质是世界第一。
价格是压倒性的第一。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成本先按超大算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从起点就按超大规模重算。
一个月十万套是前提，
不是卖起来再去谈。
谈运费，谁都会。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548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56048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总目标：十年前的价格，十年后的品质。
按规格跟着市场走，标准就在对方手里。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一千八百韩元，不是利润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493776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1,200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377440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韩元。市价 2,000 到 3,000。
二十年，没有人跟上。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280160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制造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129844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型号一多，每样只做一点，成本被抬高。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892807"/>
            <a:ext cx="534924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2057400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信任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07568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为了让人相信，广告和店铺把钱花出去。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670048"/>
            <a:ext cx="534924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2834640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选择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285292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人要挑选，会买错，会退货。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3447288"/>
            <a:ext cx="534924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709160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一个造型。人的嘴不变，模具就不改。腔数做大，原料买吨袋，货款付现金。
若只是从现成的货里挑一个，Coupang 明天就能做。要做的是把这一件的生产从头重排。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七十七万，怎样落到七万六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70432"/>
            <a:ext cx="5806440" cy="260604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06440" y="1170432"/>
            <a:ext cx="6391656" cy="260604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原先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691640"/>
            <a:ext cx="484632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770,000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697480"/>
            <a:ext cx="45720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韩元。走干燥，走切断，
在药材市场现买。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353312"/>
            <a:ext cx="50292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E7B1B1"/>
                </a:solidFill>
                <a:latin typeface="Noto Sans CJK SC"/>
                <a:ea typeface="Noto Sans CJK SC"/>
                <a:cs typeface="Noto Sans CJK SC"/>
              </a:rPr>
              <a:t>现在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664208"/>
            <a:ext cx="5120640" cy="9601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76,500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97480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E7B1B1"/>
                </a:solidFill>
                <a:latin typeface="Noto Sans CJK SC"/>
                <a:ea typeface="Noto Sans CJK SC"/>
                <a:cs typeface="Noto Sans CJK SC"/>
              </a:rPr>
              <a:t>韩元。价格停在十年前，
品质走到十年后。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0690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0.5 吨到 18 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75488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三十六倍。操作的人仍是一个，人工按三十六分之一计。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78807" y="4114800"/>
            <a:ext cx="10972" cy="155448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61688" y="40690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干燥与切断省掉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475488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大罐用洗净的鲜品直接取汁。药房那两道工序没有了。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82128" y="4114800"/>
            <a:ext cx="10972" cy="155448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5008" y="40690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先锁住，再放量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5008" y="475488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药材要一两年。合同栽培做在涨价之前。依据是月销十万盒。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中国产线上就做这四件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152144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一个模具做大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55448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牙刷造型不改。腔数做大，机器换大，原料买吨袋，付现金。再换一个造型，腔数就做不大。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7744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59152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一种配方，罐子不洗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761488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洗发水四五款并成一款。换料和清洗都在多款里。再加一个口味，清洗就回来。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584448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56616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罐子做大，人还是一个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968496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萃取罐从 0.5 吨做到 18 吨，三十六倍，操作的人仍是一个。要推的是这只罐子，不是多找几家小厂。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791456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773168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鲜品进罐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5175504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川芎、当归、白芍洗净直接煮。干燥和切断是按克卖药才有的。中国法人在产地守的是这一步。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7607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587044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谈运费，谁都会。这四件，只有一贯工程才会做。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带去合作方的，是这三样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一个月十万套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324612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价格按这个量重算，
才落到原来的十分之一。
交出去的是能排产的这个数。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280160"/>
            <a:ext cx="10972" cy="28803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61688" y="137160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设备图纸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1688" y="2560320"/>
            <a:ext cx="324612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设备公司出。没有厂房，就在旁边盖。
原料买断，对方只运转。
拿去的是图纸，不是询价单。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1280160"/>
            <a:ext cx="10972" cy="28803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5008" y="137160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育苗就开始的合同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8" y="2560320"/>
            <a:ext cx="324612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川芎、当归、白芍从育苗起要一两年。
合同在涨价之前锁上。
农活不会，就公司带。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70916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98348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大量生产不是第一步。
这个数、这张图纸、这份合同，才是。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从企划一次通到终点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216152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接力做不成一炉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655064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商品做完才做内容，内容做完才培训。任何一环停下，后面都在等。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50008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3172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中间不能熄火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770632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钢铁厂从原料到成品不能中断。干燥、切断、运去别处再运回，都是中间熄火。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465576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447288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一次写完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886200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这个产品、这条工序、中文骨架、对这个人的那句话、每天打开的那一件，写在同一次企划里。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548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983480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中国法人先出货、再补内容、再办培训，
链就在企划上断了。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个人平台，先改变事业者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八个阶段在里面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产品懂得多少，
八个阶段走到哪一步，
下一步学什么，都在里面。
中国法人做成中文的路径。
人不用等一场酒店课。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一百到二百支骨架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到明年年底先打好骨架。
事业者换成自己的脸、
自己的讲法。
一小时收成五分钟。
说明在这个人的平台上完成。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PPO，平台的主人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PPO 是这家平台的主人，
不是发链接的人。
自己的店、健康、教育，
收在一处。
培育 PPO，是九月十三日
三份发表之一。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548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56048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教育的大笔费用在这里消失。
省下来的，还是那三十五个点。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艾护理对着这个人说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放进来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17043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说出来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每餐一张照片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47088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碳水、蛋白、脂肪，白米还是玄米，蔬菜和纤维有多少。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26771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身高、体重、步数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542032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肥胖还是肌肉，活动够不够。步数从手机接进来。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962656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用药和注射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36976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代谢顺不顺，有连续记录才说得清。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65760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血和尿可以后补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931920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上面这些先每天跑起来。不必等一座医院。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5727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该减，还是该补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847088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减碳水，补蛋白；吃多了；或只吃精制，碳水其实不够。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26771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一年、五年、十年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542032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照这样下去，身体可以估。家族里带下来的病要能看见。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96265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缺哪个功能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236976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一能一品：先说缺哪个功能，那一个产品跟着定。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57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先进入艾护理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93192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介绍别人，先把对方的记录建起来，再谈产品。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97880" y="1170432"/>
            <a:ext cx="10972" cy="320040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6177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773168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终点是个人健康数据银行。本人同意，隐私守住。
中国要先定两件：记录存在哪里，哪句话能说。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阿扎让人每天走进来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十万个，不赚一百兆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鸡蛋、油、充电接进来。
一百兆由大约五百个
主力品目赚。
阿扎做的是热狗那一件事。
先接每天都发生的开支。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鲭鱼回答不了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成本率到七成五的日常品，
单靠它到不了一百兆。
它负责人每天来。
主力品目负责赚。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电，先定哪张卡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不卖加油券，
走联名卡积分。
中国电动车多。
用哪张卡、哪张充电网，
先定。能累积，再对会员说。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548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56048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每天的开支接进同一个平台。
人每天来，五百个主力的产量才留得住。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三台是一条线，不是三个栏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07008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99616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艾护理建记录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2103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新人先进来。
每餐、体型、步数、
用药。
记录先每天跑起来。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52344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71215" y="1207008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71215" y="1499616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说缺什么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71215" y="2240280"/>
            <a:ext cx="2103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先说这个人
缺哪个功能。
一个功能，
只有一个产品。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65192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84064" y="1207008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4064" y="1499616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那一个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4064" y="2240280"/>
            <a:ext cx="2103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进的就是品类里
那一个冠军。
不必再比较，
话对着这个人说。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7804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96912" y="1207008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96912" y="1499616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阿扎每天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96912" y="2240280"/>
            <a:ext cx="2103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每天的开支接进来。
人每天打开。
主力品目在这里
被带出来。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90887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59" y="1207008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59" y="1499616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PPO 与排产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59" y="2240280"/>
            <a:ext cx="2103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用的人记在 PPO 名下。
合起来，是下个月
那只罐子和栽培合同
看得见的数。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46177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800600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三台是一次企划的一条线。
要数三样：建了记录的人，连续用的天数，每天打开阿扎的人。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产线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23560" y="731519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拿掉只为旧卖法存在的工序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合作方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23560" y="1444752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一个数、一张图纸、一份合同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8483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企划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157984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一次写完，一次通到终点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9806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三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60" y="2871216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记录、那一个、每天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03320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不能不去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617720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1800" b="0" i="0" lang="zh-CN" altLang="en-US">
                <a:solidFill>
                  <a:srgbClr val="D4D4D4"/>
                </a:solidFill>
                <a:latin typeface="Noto Sans CJK SC"/>
                <a:ea typeface="Noto Sans CJK SC"/>
                <a:cs typeface="Noto Sans CJK SC"/>
              </a:rPr>
              <a:t>要数三样：建了记录的人，
连续用的天数，每天打开阿扎的人。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806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蒙想讯息    2026年9月22日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艾多美何以成为100兆韩元企业</dc:title>
  <dc:subject>蒙想讯息 · 2026年9月22日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