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全稿 23 页。开场用这一句定标准：下面要证明的是结构，不是信念。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先把落差放上桌。听众若不信，后面每一页都是写给这个不信的。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Belief 是把自己的想法握紧。要的是 Faith：对象如此，信不信都会发生。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分母不是全部消费者。是同时要绝对品质和绝对价格的人，再取一半。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好市多已经把毛利做成零。35% 若转嫁给顾客，就该劝会员去好市多。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三层成本：多型号的制造、广告和店、消费者的选择失败。拿掉这三层，1,200 才成立。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不是把价格砍下来。是把无用工序拿掉，再按一个月十万盒重算成本。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外包的意思变了：不是自己不会，是运转属于较低的一层，所以交出去。系统留在自己手里。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大创比一般卖场更要认真。经营者从制造里出来。品牌更高，是不够的答案。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月28日工作坊：面对按规格生产的竞争者，回到重新制定标准。三条是一能一品、品质加倍或价格减半、从超大规模重构成本。9月13日把品质定为世界第一、价格竞争力定为压倒性第一，一能一品是一个产品、一个全球冠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7月28日：批评线性接力，要求从一体化企划一次贯通到终点。中国法人先出货、再补内容、再办培训，链在企划上就断了。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非洲、孟加拉、秘鲁、巴拿马，都是队伍先走。店不是起点。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开放市场用长尾。艾多美把量集中到一个做得好的合作方。愿景先被看见，大量生产的循环才进得去。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可以分开讲。不能分开成立。四句同时转，才是一百兆。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降运费是采购都会做的事。一贯工程删的是只为旧卖法存在的工序，或把下一道工序搬到原料那面墙外。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四件都落在工序上：模具、配方、罐容、鲜品。加款、谈运费、再加一个口味，都不在这四件里。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合作方先要看见能排产的量、设备由谁出、原料从育苗锁到哪一年。询价单给不出这些。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个人平台先武装事业者：阶段、中文骨架、PPO。培育 PPO 是9月13日奖项的三份发表之一。酒店课和培训部是旧成本。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艾护理的输入是每餐、体型、步数、用药。输出先是这个人缺哪个功能，产品因一能一品而跟着定，人工智能不是在几个产品里挑。血和尿可以后补，记录不能等医院。记录存哪里、哪句话能说，中国要先定，定之前不对会员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阿扎是市集的地面，不是行政窗口。鲭鱼这类高成本率的日常品负责人来。一百兆仍由大约五百个主力品目赚。充电接不接、走哪张卡哪张网，中国先定，不卖加油券。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 A 不是三个并列的应用。新人进艾护理建记录，记录说缺哪个功能，一能一品定那一个产品，阿扎每天接开支带出主力品目，用的人记在 PPO 名下，合起来变成能排产的数。要数的三样由中国法人自己给出，这里不填数字。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月13日全球一体化工艺奖的三个发表主题：一百兆的论证，一能一品与一体化的产品策展，三A扩散与平台主人培育。9月15日座谈已知重点是中国市场增长、对合作方成功负责、决策速度与投入。完整稿不在手上，幻灯片只使用这三句，不补写原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收束把三 A 落回中国法人：店、这个人、每天。然后停住。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1097280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4160520"/>
            <a:ext cx="960120" cy="32004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434840"/>
            <a:ext cx="10241280" cy="1325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一百兆不是喊出来的。
工序造出价格，组织代替店铺，选择被拿掉。
中国法人要做的，是把只为旧卖法存在的工序拿掉。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06440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行业第一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83080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十兆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0632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大约六十年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6118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BDBDBD"/>
                </a:solidFill>
                <a:latin typeface="Noto Sans CJK SC"/>
                <a:ea typeface="Noto Sans CJK SC"/>
                <a:cs typeface="Noto Sans CJK SC"/>
              </a:rPr>
              <a:t>安利用了这么久，
走到大约这个数字。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417320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要去的地方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一百兆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063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大约十五年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61188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蒙想还在的年月。
不是一百年之后。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892040"/>
            <a:ext cx="502920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5120640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追上第一，努力可以说通。
十倍，必须有结构。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信念握不住一百兆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4754880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中心是自己。
把“一定行”喊紧，念头会更硬。
事情本身不会因此发生。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4632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口号只能把信念握紧。
这一份稿要写给不信的人。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170432"/>
            <a:ext cx="6071616" cy="507492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331720"/>
            <a:ext cx="51206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E6E6E6"/>
                </a:solidFill>
                <a:latin typeface="Noto Sans CJK SC"/>
                <a:ea typeface="Noto Sans CJK SC"/>
                <a:cs typeface="Noto Sans CJK SC"/>
              </a:rPr>
              <a:t>中心是事情本身。
信，或者不信，它都往那里去。
下面要交出的，是这个“都”。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一百兆不需要所有人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亚马逊、沃尔玛、Coupang 把场子铺开，让人自己挑。教科书接着说：高低都做。
这条正论一旦占了位置，绝对品质和绝对价格就站不稳。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0428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942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最上约 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0428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嫌便宜。东西再好，也不用。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3756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53872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48386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只认最便宜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韩国大约三成。购买力更弱的地方，可以到七成。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7200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7731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71830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绝对品质，绝对价格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77316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这一层拿下一半，就够走到千兆。不必占满。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三十五个点，不能向顾客要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75488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这是会员侧的津贴。
现在的渠道大多只过一手。
不能再解释成少了中间商。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234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好市多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600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毛利为零。年费约八万韩元，买一千万和买一亿都是这一笔。生产者不另加负担。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2267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2377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易买得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743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进货比重常在六成到七成。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3410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3520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电视购物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886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播出费用大约四成二，生产者留下五成八。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8920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07492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向消费者加价，这一仗是输的。三十五个点要在工序里造出来。
造出来之后，会员大约半价，事业者仍有津贴，公司仍有余量。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一千八百韩元，不是利润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1,200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4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韩元。市价 2,000 到 3,000。
二十年，没有人跟上。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8016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制造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9844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型号一多，每样只做一点，成本被抬高。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92807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5740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信任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07568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为了让人相信，广告和店铺把钱花出去。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67004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83464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85292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人要挑选，会买错，会退货。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44728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70916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一个造型。人的嘴不变，模具就不改。腔数做大，原料买吨袋，货款付现金。
若只是从现成的货里挑一个，Coupang 明天就能做。要做的是把这一件的生产从头重排。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七十七万，怎样落到七万六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70432"/>
            <a:ext cx="5806440" cy="26060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170432"/>
            <a:ext cx="6391656" cy="26060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原先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916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770,000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974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韩元。走干燥，走切断，
在药材市场现买。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353312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51206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76,500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韩元。价格停在十年前，
品质走到十年后。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0.5 吨到 18 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三十六倍。操作的人仍是一个，人工按三十六分之一计。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干燥与切断省掉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大罐用洗净的鲜品直接取汁。药房那两道工序没有了。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82128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先锁住，再放量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药材要一两年。合同栽培做在涨价之前。依据是月销十万盒。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重做的是整条线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走到原料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人们以为搅拌的人在制造。真正的条件在原料厂：温度、压力、配比。设备厂手里有运转法。按一年的量去要图纸。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涨价之前锁住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工业品可以连夜加产。药材不行。工序要先放到不能再省的地方。绝对价格，是谁来做都无法更便宜。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会做，才交出运转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设备我们出，原料我们买，对方只运转。一起，两亿的公司可以做到一百亿。不一起，自己做。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120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5440680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洗发水也是这条路：并成一个，换料和清洗的损耗去掉，成本至少降一半。
一百兆不附带“对方肯配合”。跟，就一起。不跟，优化也不停。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生产侧，对方已经走到了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大创的销售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4.5 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803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增长维持在三成以上。
策展、放量、进产线，它都做。
便宜，不等于粗糙。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417320"/>
            <a:ext cx="10972" cy="26517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艾多美眼下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4" y="16916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约 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803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这是增长，不是销售。
品质更好、设计更好，
解释不了这个差距。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348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7091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生产上能挖到的，对方大多已经挖到。差别只能到销售这一侧去找。
若邻里觉得街上有差不多的东西，价格只有一半的一半，后面的教育再密，话也传不出去。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回到重定标准的时候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一能一品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散开的品类收成一个。
一个功能，一个产品。
这一个，要成为品类里的
全球冠军。
中国的量用在这一个上。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加倍，或减半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品质加倍，或价格减半。
两件可以一起发生。
品质是世界第一。
价格是压倒性的第一。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成本先按超大算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从起点就按超大规模重算。
一个月十万套是前提，
不是卖起来再去谈。
谈运费，谁都会。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总目标：十年前的价格，十年后的品质。
按规格跟着市场走，标准就在对方手里。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从企划一次通到终点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216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接力做不成一炉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6550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商品做完才做内容，内容做完才培训。任何一环停下，后面都在等。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5000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317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中间不能熄火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7063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钢铁厂从原料到成品不能中断。干燥、切断、运去别处再运回，都是中间熄火。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44728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一次写完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8620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这个产品、这条工序、中文骨架、对这个人的那句话、每天打开的那一件，写在同一次企划里。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98348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中国法人先出货、再补内容、再办培训，
链就在企划上断了。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没有店，那三十五个点才回得来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493776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必须先有店，人再来。
店的成本，和人找上门的成本，
都是实的。没有店，就没有消费者。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170432"/>
            <a:ext cx="6071616" cy="21488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35331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53035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E8E8E8"/>
                </a:solidFill>
                <a:latin typeface="Noto Sans CJK SC"/>
                <a:ea typeface="Noto Sans CJK SC"/>
                <a:cs typeface="Noto Sans CJK SC"/>
              </a:rPr>
              <a:t>没有店。人自己用，也介绍。
半价的体验代替广告和店铺。
省下来的，就是那 35%。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绝对价格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产量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成本再降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2062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43484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价格带来会员，会员堆出产量，产量把成本再压低。轮子没有刹车。
摩洛哥会员十万以上，孟加拉约二十万。收入差这么远，卖的是同一套产品。
这种东西不是广告推过境的。组织先动，店可以后有。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策展不停在货架上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留下什么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25272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一个品类，一个。品质不拿来换价格。顾客不必在几百个相近的东西里比较。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2140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8600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如何守住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0428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从原物管到流通。工厂不必座座自有。原料、设备基准和数据要在自己手里。循环的第一步，是对方看得见的愿景，不是先把货堆出来。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7296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33756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对准谁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35584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同一种产品，不再对所有人说同一句话。身体不同，建议就不同。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22452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70916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所以五百个，不能按五百个算。
亚马逊一把牙刷就有几百款。我们一把，顶的是被挑剩的那一个。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四件事情要同时为真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1615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这条链不容易被照抄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5506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价格表好抄。育苗、栽培、图纸、专用线和数据，要有人先把愿景和钱放进去。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231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0487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不附带对方肯配合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4378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跟，就一起把小公司做大。不跟，优化也不停。目标没有这个条件。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611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9359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一半，就是千兆的底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03250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不要全部市场。绝对品质、绝对价格这一层的一半，已经够。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8006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8231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人留下，产量才留下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22122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健康越用越准，日常开支接在一处，内容和组织长在自己的平台上。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运费，不做一贯工程也会降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谈运费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包材、账期、运费，
谈下来报价会好看。
不做一贯工程的采购也会做。
三十五个点仍没有出处。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删工序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干燥、切断，
是药房按克卖才有的。
十八吨的罐子吃洗净的鲜品。
这两步可以没有。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搬到墙外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下一道工序盖在原料厂的院墙外，
用管道接。
运的那一趟被拿掉，
才不是在谈运费。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第一件，谁都会做。
后两件，才是一贯工程。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中国产线上就做这四件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15214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一个模具做大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5448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牙刷造型不改。腔数做大，机器换大，原料买吨袋，付现金。再换一个造型，腔数就做不大。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59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一种配方，罐子不洗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61488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洗发水四五款并成一款。换料和清洗都在多款里。再加一个口味，清洗就回来。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8444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6616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罐子做大，人还是一个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96849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萃取罐从 0.5 吨做到 18 吨，三十六倍，操作的人仍是一个。要推的是这只罐子，不是多找几家小厂。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9145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77316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鲜品进罐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75504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川芎、当归、白芍洗净直接煮。干燥和切断是按克卖药才有的。中国法人在产地守的是这一步。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带去合作方的，是这三样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一个月十万套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价格按这个量重算，
才落到原来的十分之一。
交出去的是能排产的这个数。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6168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设备图纸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设备公司出。没有厂房，就在旁边盖。
原料买断，对方只运转。
拿去的是图纸，不是询价单。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育苗就开始的合同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川芎、当归、白芍从育苗起要一两年。
合同在涨价之前锁上。
农活不会，就公司带。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大量生产不是第一步。
这个数、这张图纸、这份合同，才是。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个人平台，先改变事业者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八个阶段在里面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产品懂得多少，
八个阶段走到哪一步，
下一步学什么，都在里面。
中国法人做成中文的路径。
人不用等一场酒店课。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一百到二百支骨架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到明年年底先打好骨架。
事业者换成自己的脸、
自己的讲法。
一小时收成五分钟。
说明在这个人的平台上完成。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PPO，平台的主人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PPO 是这家平台的主人，
不是发链接的人。
自己的店、健康、教育，
收在一处。
培育 PPO，是九月十三日
三份发表之一。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教育的大笔费用在这里消失。
省下来的，还是那三十五个点。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艾护理对着这个人说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放进来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1704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说出来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每餐一张照片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47088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碳水、蛋白、脂肪，白米还是玄米，蔬菜和纤维有多少。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677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身高、体重、步数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42032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肥胖还是肌肉，活动够不够。步数从手机接进来。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6265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用药和注射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36976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代谢顺不顺，有连续记录才说得清。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657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血和尿可以后补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31920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上面这些先每天跑起来。不必等一座医院。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该减，还是该补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减碳水，补蛋白；吃多了；或只吃精制，碳水其实不够。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一年、五年、十年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42032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照这样下去，身体可以估。家族里带下来的病要能看见。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96265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缺哪个功能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236976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一能一品：先说缺哪个功能，那一个产品跟着定。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57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先进入艾护理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93192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介绍别人，先把对方的记录建起来，再谈产品。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170432"/>
            <a:ext cx="10972" cy="320040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7316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终点是个人健康数据银行。本人同意，隐私守住。
中国要先定两件：记录存在哪里，哪句话能说。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阿扎让人每天走进来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十万个，不赚一百兆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鸡蛋、油、充电接进来。
一百兆由大约五百个
主力品目赚。
阿扎做的是热狗那一件事。
先接每天都发生的开支。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鲭鱼回答不了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成本率到七成五的日常品，
单靠它到不了一百兆。
它负责人每天来。
主力品目负责赚。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电，先定哪张卡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不卖加油券，
走联名卡积分。
中国电动车多。
用哪张卡、哪张充电网，
先定。能累积，再对会员说。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每天的开支接进同一个平台。
人每天来，五百个主力的产量才留得住。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三台是一条线，不是三个栏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艾护理建记录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新人先进来。
每餐、体型、步数、
用药。
记录先每天跑起来。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52344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1215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5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说缺什么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1215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先说这个人
缺哪个功能。
一个功能，
只有一个产品。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65192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4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064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那一个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进的就是品类里
那一个冠军。
不必再比较，
话对着这个人说。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6912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912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阿扎每天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912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每天的开支接进来。
人每天打开。
主力品目在这里
被带出来。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90887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59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59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PPO 与排产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59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用的人记在 PPO 名下。
合起来，是下个月
那只罐子和栽培合同
看得见的数。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800600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三台是一次企划的一条线。
要数三样：建了记录的人，连续用的天数，每天打开阿扎的人。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中国法人要交的三份证明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一百兆为何成立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86000"/>
            <a:ext cx="3246120" cy="1920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用工序、组织、选择证明。
中国要的增长，
靠决策快、投入真。
图纸、栽培合同、骨架，
都是投入。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一个全球冠军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86000"/>
            <a:ext cx="3246120" cy="1920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一个功能，一个产品。
品质世界第一。
价格压倒性第一。
中国的量，用来让
这一个主导品类。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 A 与 PPO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86000"/>
            <a:ext cx="3246120" cy="1920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个人平台、艾护理、阿扎
一起扩散。
培育 PPO，
成为平台的主人。
跟上来的合作方，
成功一起负责。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三份是同一次企划。
分开做，就是接力。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生产被重做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3560" y="731519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三十五个点有了出处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消费者被组织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444752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广告和店铺被省掉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选择被拿掉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1579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一个品类，只留一个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人留在结构里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87121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产量才继续把成本压低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0332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61772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个人平台是店，艾护理对着这个人说，
阿扎把每天接进来。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806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