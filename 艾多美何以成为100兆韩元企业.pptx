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15 页。只讲中国法人要做的事：标准、产线、合作方、企划、三 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工作坊：面对按规格生产的竞争者，回到重新制定标准。三条是一能一品、品质加倍或价格减半、从超大规模重构成本。9月13日把品质定为世界第一、价格竞争力定为压倒性第一，一能一品是一个产品、一个全球冠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写结论，只列要查的。四条线按四件事对应：牙刷是模具和吨袋，厨具是并款，保健食品是罐容和鲜品，物流是转运趟数。烟台工厂造厨具、牙刷、保健食品，以及烟台国际物流中心2025年启用，均引自手册，未核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7月28日：批评线性接力，要求从一体化企划一次贯通到终点。中国法人先出货、再补内容、再办培训，链在企划上就断了。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个人平台先武装事业者：阶段、中文骨架、PPO。培育 PPO 是9月13日奖项的三份发表之一。酒店课和培训部是旧成本。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的输入是每餐、体型、步数、用药。输出先是这个人缺哪个功能，产品因一能一品而跟着定，人工智能不是在几个产品里挑。血和尿可以后补，记录不能等医院。记录存哪里、哪句话能说，中国要先定，定之前不对会员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阿扎是市集的地面，不是行政窗口。鲭鱼这类高成本率的日常品负责人来。一百兆仍由大约五百个主力品目赚。充电接不接、走哪张卡哪张网，中国先定，不卖加油券。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 A 不是三个并列的应用。新人进艾护理建记录，记录说缺哪个功能，一能一品定那一个产品，阿扎每天接开支带出主力品目，用的人记在 PPO 名下，合起来变成能排产的数。要数的三样由中国法人自己给出，这里不填数字。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时间点只有一个是会长讲过的：明年年底前的一百到二百支骨架。其余按先后排，不标日期。牵头部门是建议，需要按中国法人的实际分工调整。每月六个数：前三个来自四件产线动作，后三个来自三A。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左边一行来自《养成手册》第九章的填坑指南，右边是把它落到中国法人已经定下的动作上。手册里关于中国牌照状态的表述没有引用，以法务口径为准。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收束回到四项：产线盘点、合作方三样、企划、三A，以及每月看的六个数。然后停住。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一个功能，一个产品。品质加倍，或价格减半。
成本从起点就按超大规模算。
写给中国法人：哪些工序拿掉，三 A 怎么接。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回到重定标准的时候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一能一品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散开的品类收成一个。
一个功能，一个产品。
这一个，要成为品类里的
全球冠军。
中国的量用在这一个上。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加倍，或减半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品质加倍，或价格减半。
两件可以一起发生。
品质是世界第一。
价格是压倒性的第一。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成本先按超大算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从起点就按超大规模重算。
一个月十万套是前提，
不是卖起来再去谈。
谈运费，谁都会。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总目标：十年前的价格，十年后的品质。
按规格跟着市场走，标准就在对方手里。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760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87044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谈运费，谁都会。这四件，只有一贯工程才会做。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烟台先查这四条线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1430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查什么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08176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牙刷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65376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81328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型号几款；模具几腔；
原料是袋装还是吨袋；
付现金还是赊账。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481328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缺哪几项，
按总部标准列出。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386584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59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厨具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843784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459736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同一个功能几款；
换款一次，停线多久。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459736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并款清单。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64992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438144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保健食品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822192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438144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萃取罐几吨，几个人操作；
干燥、切断两步还在不在。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438144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鲜品直接取汁的
改造单。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3434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41655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物流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烟台国际物流中心，2025 年启用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416552"/>
            <a:ext cx="512064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原料到下一道工序，中间转几趟；
下一道工序能不能放到
原料厂的墙外。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4416552"/>
            <a:ext cx="292608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少一趟的清单。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3218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486400"/>
            <a:ext cx="10789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先各自盘点，再谈改。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350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烟台工厂与物流中心的情况引自《艾多美 100 兆亿养成手册》，需核实。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从企划一次通到终点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16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接力做不成一炉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6550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商品做完才做内容，内容做完才培训。任何一环停下，后面都在等。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317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中间不能熄火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7063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钢铁厂从原料到成品不能中断。干燥、切断、运去别处再运回，都是中间熄火。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4728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一次写完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8620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这个产品、这条工序、中文骨架、对这个人的那句话、每天打开的那一件，写在同一次企划里。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98348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中国法人先出货、再补内容、再办培训，
链就在企划上断了。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个人平台，先改变事业者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八个阶段在里面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产品懂得多少，
八个阶段走到哪一步，
下一步学什么，都在里面。
中国法人做成中文的路径。
人不用等一场酒店课。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一百到二百支骨架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到明年年底先打好骨架。
事业者换成自己的脸、
自己的讲法。
一小时收成五分钟。
说明在这个人的平台上完成。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PPO，平台的主人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PPO 是这家平台的主人，
不是发链接的人。
自己的店、健康、教育，
收在一处。
培育 PPO，是九月十三日
三份发表之一。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教育的大笔费用在这里消失。
省下来的，还是那三十五个点。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艾护理对着这个人说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放进来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17043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说出来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每餐一张照片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47088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碳水、蛋白、脂肪，白米还是玄米，蔬菜和纤维有多少。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2677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身高、体重、步数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42032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肥胖还是肌肉，活动够不够。步数从手机接进来。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9626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用药和注射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36976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代谢顺不顺，有连续记录才说得清。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血和尿可以后补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931920"/>
            <a:ext cx="502920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上面这些先每天跑起来。不必等一座医院。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5727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该减，还是该补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减碳水，补蛋白；吃多了；或只吃精制，碳水其实不够。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一年、五年、十年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42032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照这样下去，身体可以估。家族里带下来的病要能看见。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96265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缺哪个功能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236976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一能一品：先说缺哪个功能，那一个产品跟着定。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57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先进入艾护理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93192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介绍别人，先把对方的记录建起来，再谈产品。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170432"/>
            <a:ext cx="10972" cy="32004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7316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终点是个人健康数据银行。本人同意，隐私守住。
中国要先定两件：记录存在哪里，哪句话能说。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阿扎让人每天走进来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十万个，不赚一百兆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鸡蛋、油、充电接进来。
一百兆由大约五百个
主力品目赚。
阿扎做的是热狗那一件事。
先接每天都发生的开支。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鲭鱼回答不了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成本率到七成五的日常品，
单靠它到不了一百兆。
它负责人每天来。
主力品目负责赚。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070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499616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电，先定哪张卡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不卖加油券，
走联名卡积分。
中国电动车多。
用哪张卡、哪张充电网，
先定。能累积，再对会员说。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548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每天的开支接进同一个平台。
人每天来，五百个主力的产量才留得住。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三台是一条线，不是三个栏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艾护理建记录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新人先进来。
每餐、体型、步数、
用药。
记录先每天跑起来。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52344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5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5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说缺什么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5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先说这个人
缺哪个功能。
一个功能，
只有一个产品。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65192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4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那一个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进的就是品类里
那一个冠军。
不必再比较，
话对着这个人说。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912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阿扎每天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912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每天的开支接进来。
人每天打开。
主力品目在这里
被带出来。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90887" y="1207008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59" y="1207008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59" y="1499616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PPO 与排产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2240280"/>
            <a:ext cx="2103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用的人记在 PPO 名下。
合起来，是下个月
那只罐子和栽培合同
看得见的数。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177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80060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三台是一次企划的一条线。
要数三样：建了记录的人，连续用的天数，每天打开阿扎的人。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三步：做什么，交什么，谁牵头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现在起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烟台四条线自查。
定两件事：记录存哪里、
哪句话能说。
定阿扎接哪张卡、哪张充电网。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自查单，
两份书面口径。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生产、采购、合规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188720"/>
            <a:ext cx="10972" cy="39776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拿三样去谈：
月十万套的数、
设备图纸、
育苗就开始的合同。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一份按量重算的报价，
一份栽培合同。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采购、企划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1188720"/>
            <a:ext cx="10972" cy="39776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6500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明年年底前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0574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做什么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2304288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中文骨架，
一百到二百支上线。
艾护理、阿扎接进个人平台。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36576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交出什么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904487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骨架清单，
月度数表。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4617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建议牵头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48646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企划、培训、数字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406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55955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每月看六个数：型号数、换料清洗次数、罐容与人数，
建了记录的人、连续用的天数、每天打开阿扎的人。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三个坑，中国法人各接一个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牌照优先于放量；认证模板复制；收益封顶。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艾护理哪句话能说、记录存哪里，阿扎哪张卡。定之前，不对会员说。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188720"/>
            <a:ext cx="10972" cy="37490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供应链与地缘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多基地生产，本地定价对冲。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原料在中国，下一道工序放在墙外。转运少一趟，风险就少一段。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1188720"/>
            <a:ext cx="10972" cy="3749039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1887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14630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模式声誉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210312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手册怎么填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35000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伦理自律委员会执法，违规清退，透明披露。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42900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中国法人接什么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3675887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一百到二百支骨架把话术固定。事业者换脸，不换话。乱宣传，先从话术上收。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3949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2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手册的判断：走砸，多半是合规，
不是市场不够大。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产线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烟台四条线，先盘点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合作方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一个数、一张图纸、一份合同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企划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一次写完，一次通到终点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三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记录、那一个、每天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177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每月看六个数：型号数、换料清洗次数、罐容与人数，
建了记录的人、连续用的天数、每天打开阿扎的人。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