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停一拍。下一页直接给两个数字。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十兆用了大约六十年。一百兆要在大约十五年里走到。后面每一页，都是写给不信这件事的人。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信念是把自己的想法握紧。要交的是结构。信与不信，都会看见它往那里去。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不要全部市场。丢掉最上约百分之一，也丢掉只求最贱的那一层。一百兆的分母，是同时要绝对品质和绝对价格的人，再取一半。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向消费者加价，等于在好市多面前认输。对方降不下来的成本，渠道也降不下来。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半价、津贴、公司余量，靠的是同一处水源。下一页用牙刷把算法拆开。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人的嘴不变，模具就不改。把产量聚到一个造型上，成本才下得去。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罐子从零点五吨做到十八吨。药房要烘干、切断；大罐用鲜品，这两道就没有了。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一百兆不是等对方肯配合。优化不停。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大创比一般卖场更要认真看。说品牌更高，是不够的。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组织先于店铺移动。绝对价格招来会员，会员堆出产量，产量把成本再压低。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大量生产人人懂。进不去，是因为两边都在躲风险。愿景要先被看见，循环才开始。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 A 不是三款应用。艾护理负责关系，阿扎负责每天来，个人平台负责把事业做成方法。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一百兆是这四句同时转起来的结果。可以分开讲，不能分开成立。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不再加新论点。四句读完，停在不能不去。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A0A0A0"/>
                </a:solidFill>
                <a:latin typeface="Noto Sans CJK SC"/>
                <a:ea typeface="Noto Sans CJK SC"/>
                <a:cs typeface="Noto Sans CJK SC"/>
              </a:rPr>
              <a:t>蒙想讯息  ·  2026年9月22日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965960"/>
            <a:ext cx="1051560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600"/>
              </a:spcAft>
            </a:pPr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艾多美何以成为</a:t>
            </a:r>
          </a:p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一百兆韩元企业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206240"/>
            <a:ext cx="1234440" cy="41148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4348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D0D0D0"/>
                </a:solidFill>
                <a:latin typeface="Noto Sans CJK SC"/>
                <a:ea typeface="Noto Sans CJK SC"/>
                <a:cs typeface="Noto Sans CJK SC"/>
              </a:rPr>
              <a:t>把口号写成结构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95560" y="6473952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E6E6E"/>
                </a:solidFill>
                <a:latin typeface="Noto Sans CJK SC"/>
                <a:ea typeface="Noto Sans CJK SC"/>
                <a:cs typeface="Noto Sans CJK SC"/>
              </a:rPr>
              <a:t>01  / 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80644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06440" y="0"/>
            <a:ext cx="73152" cy="6858000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A0A0A0"/>
                </a:solidFill>
                <a:latin typeface="Noto Sans CJK SC"/>
                <a:ea typeface="Noto Sans CJK SC"/>
                <a:cs typeface="Noto Sans CJK SC"/>
              </a:rPr>
              <a:t>眼下的第一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103120"/>
            <a:ext cx="4846320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十兆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29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F3F3F3"/>
                </a:solidFill>
                <a:latin typeface="Noto Sans CJK SC Medium"/>
                <a:ea typeface="Noto Sans CJK SC Medium"/>
                <a:cs typeface="Noto Sans CJK SC Medium"/>
              </a:rPr>
              <a:t>大约六十年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A0A0A0"/>
                </a:solidFill>
                <a:latin typeface="Noto Sans CJK SC"/>
                <a:ea typeface="Noto Sans CJK SC"/>
                <a:cs typeface="Noto Sans CJK SC"/>
              </a:rPr>
              <a:t>安利。行业里走在前面的那个数字。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691640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D0121A"/>
                </a:solidFill>
                <a:latin typeface="Noto Sans CJK SC"/>
                <a:ea typeface="Noto Sans CJK SC"/>
                <a:cs typeface="Noto Sans CJK SC"/>
              </a:rPr>
              <a:t>要去的地方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5303520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一百兆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4290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大约十五年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977639"/>
            <a:ext cx="50292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蒙想还在的年月。不是一百年之后。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562356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21212"/>
                </a:solidFill>
                <a:latin typeface="Noto Sans CJK SC"/>
                <a:ea typeface="Noto Sans CJK SC"/>
                <a:cs typeface="Noto Sans CJK SC"/>
              </a:rPr>
              <a:t>再往后，是千兆。
要比过的，是沃尔玛，是亚马逊。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5560" y="6473952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B0B0B0"/>
                </a:solidFill>
                <a:latin typeface="Noto Sans CJK SC"/>
                <a:ea typeface="Noto Sans CJK SC"/>
                <a:cs typeface="Noto Sans CJK SC"/>
              </a:rPr>
              <a:t>02  / 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D0121A"/>
                </a:solidFill>
                <a:latin typeface="Noto Sans CJK SC"/>
                <a:ea typeface="Noto Sans CJK SC"/>
                <a:cs typeface="Noto Sans CJK SC"/>
              </a:rPr>
              <a:t>标准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09728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信念握得住口号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91640"/>
            <a:ext cx="5349240" cy="416052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3640" y="1691640"/>
            <a:ext cx="5349240" cy="41605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8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信念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470916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20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中心是自己。
喊一喊，念头会更紧。
一百兆不会因此发生。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1965960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2743200"/>
            <a:ext cx="470916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2000" b="0" i="0" lang="zh-CN" altLang="en-US">
                <a:solidFill>
                  <a:srgbClr val="E4E4E4"/>
                </a:solidFill>
                <a:latin typeface="Noto Sans CJK SC"/>
                <a:ea typeface="Noto Sans CJK SC"/>
                <a:cs typeface="Noto Sans CJK SC"/>
              </a:rPr>
              <a:t>中心是事情本身。
信，或者不信，它都往那里去。
论证要写给不信的人。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60" y="6473952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B0B0B0"/>
                </a:solidFill>
                <a:latin typeface="Noto Sans CJK SC"/>
                <a:ea typeface="Noto Sans CJK SC"/>
                <a:cs typeface="Noto Sans CJK SC"/>
              </a:rPr>
              <a:t>03  / 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D0121A"/>
                </a:solidFill>
                <a:latin typeface="Noto Sans CJK SC"/>
                <a:ea typeface="Noto Sans CJK SC"/>
                <a:cs typeface="Noto Sans CJK SC"/>
              </a:rPr>
              <a:t>战场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09728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先把人分开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场子铺开，是让人自己挑。教科书接着说，高低都做。方向会因此松掉。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65960"/>
            <a:ext cx="11045952" cy="1261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209544"/>
            <a:ext cx="11045952" cy="1371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50008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368296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丢掉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313432"/>
            <a:ext cx="420624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最上约 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350008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嫌便宜。东西再好，也不用。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337560"/>
            <a:ext cx="11045952" cy="1261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4581144"/>
            <a:ext cx="11045952" cy="1371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21608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739896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丢掉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685032"/>
            <a:ext cx="420624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只认便宜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721608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韩国大约三成。购买力更弱的地方，可以到七成。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709160"/>
            <a:ext cx="11045952" cy="126187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709160"/>
            <a:ext cx="73152" cy="126187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93208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5111496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留下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056632"/>
            <a:ext cx="420624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绝对品质，绝对价格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5093208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这一层拿下一半，千兆也撑得住。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5560" y="6473952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B0B0B0"/>
                </a:solidFill>
                <a:latin typeface="Noto Sans CJK SC"/>
                <a:ea typeface="Noto Sans CJK SC"/>
                <a:cs typeface="Noto Sans CJK SC"/>
              </a:rPr>
              <a:t>04  / 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D0121A"/>
                </a:solidFill>
                <a:latin typeface="Noto Sans CJK SC"/>
                <a:ea typeface="Noto Sans CJK SC"/>
                <a:cs typeface="Noto Sans CJK SC"/>
              </a:rPr>
              <a:t>津贴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09728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三十五个点，不能向顾客要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54480"/>
            <a:ext cx="3977639" cy="42976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365760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35%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383280"/>
            <a:ext cx="3383280" cy="1920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会员侧的津贴。
早年靠少了中间商。
现在的渠道，大多只过一手。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60020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好市多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039112"/>
            <a:ext cx="65836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毛利为零。年费约八万韩元。买一千万与买一亿，都是这一笔。生产者不另加负担。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2852927"/>
            <a:ext cx="6537960" cy="1371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301752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易买得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456432"/>
            <a:ext cx="65836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进货比重常在六成到七成。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4270248"/>
            <a:ext cx="6537960" cy="1371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443484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电视购物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873752"/>
            <a:ext cx="65836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播出费用大约四成二，生产者留下五成八。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5560" y="6473952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B0B0B0"/>
                </a:solidFill>
                <a:latin typeface="Noto Sans CJK SC"/>
                <a:ea typeface="Noto Sans CJK SC"/>
                <a:cs typeface="Noto Sans CJK SC"/>
              </a:rPr>
              <a:t>05  / 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D0121A"/>
                </a:solidFill>
                <a:latin typeface="Noto Sans CJK SC"/>
                <a:ea typeface="Noto Sans CJK SC"/>
                <a:cs typeface="Noto Sans CJK SC"/>
              </a:rPr>
              <a:t>水源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09728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三件事要同时成立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00200"/>
            <a:ext cx="3566160" cy="28803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00200"/>
            <a:ext cx="3566160" cy="7315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2024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3774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会员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8803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大约半价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1600200"/>
            <a:ext cx="3566160" cy="28803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1688" y="1600200"/>
            <a:ext cx="3566160" cy="7315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192024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3774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事业者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8803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津贴还在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6448" y="1600200"/>
            <a:ext cx="3566160" cy="28803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6448" y="1600200"/>
            <a:ext cx="3566160" cy="7315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49056" y="192024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6" y="23774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公司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28803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仍有余量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8006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800" b="0" i="0" lang="zh-CN" altLang="en-US">
                <a:solidFill>
                  <a:srgbClr val="121212"/>
                </a:solidFill>
                <a:latin typeface="Noto Sans CJK SC"/>
                <a:ea typeface="Noto Sans CJK SC"/>
                <a:cs typeface="Noto Sans CJK SC"/>
              </a:rPr>
              <a:t>这三十五个点的水源，在生产工序里。
不是加在价格上，也不是从合作方的利润里硬削下来。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5560" y="6473952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B0B0B0"/>
                </a:solidFill>
                <a:latin typeface="Noto Sans CJK SC"/>
                <a:ea typeface="Noto Sans CJK SC"/>
                <a:cs typeface="Noto Sans CJK SC"/>
              </a:rPr>
              <a:t>06  / 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D0121A"/>
                </a:solidFill>
                <a:latin typeface="Noto Sans CJK SC"/>
                <a:ea typeface="Noto Sans CJK SC"/>
                <a:cs typeface="Noto Sans CJK SC"/>
              </a:rPr>
              <a:t>牙刷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09728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差出来的，不是毛利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548640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1,200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6517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韩元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0896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二十年，没有人跟上。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508760"/>
            <a:ext cx="5486400" cy="324612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市价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2,000 – 3,000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834640"/>
            <a:ext cx="4937760" cy="9144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2834640"/>
            <a:ext cx="1975104" cy="91440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0632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差价里叠着三层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10515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制造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74720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121212"/>
                </a:solidFill>
                <a:latin typeface="Noto Sans CJK SC"/>
                <a:ea typeface="Noto Sans CJK SC"/>
                <a:cs typeface="Noto Sans CJK SC"/>
              </a:rPr>
              <a:t>型号一多，每样只做一点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840480"/>
            <a:ext cx="10515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信任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840480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121212"/>
                </a:solidFill>
                <a:latin typeface="Noto Sans CJK SC"/>
                <a:ea typeface="Noto Sans CJK SC"/>
                <a:cs typeface="Noto Sans CJK SC"/>
              </a:rPr>
              <a:t>广告，和店铺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206240"/>
            <a:ext cx="10515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选择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4206240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121212"/>
                </a:solidFill>
                <a:latin typeface="Noto Sans CJK SC"/>
                <a:ea typeface="Noto Sans CJK SC"/>
                <a:cs typeface="Noto Sans CJK SC"/>
              </a:rPr>
              <a:t>挑选，买错，退货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12064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一个造型。腔数做大，原料买吨袋，货款付现金。
策展若停在挑一件现成的好货，别人明天就能做。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5560" y="6473952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B0B0B0"/>
                </a:solidFill>
                <a:latin typeface="Noto Sans CJK SC"/>
                <a:ea typeface="Noto Sans CJK SC"/>
                <a:cs typeface="Noto Sans CJK SC"/>
              </a:rPr>
              <a:t>07  / 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D0121A"/>
                </a:solidFill>
                <a:latin typeface="Noto Sans CJK SC"/>
                <a:ea typeface="Noto Sans CJK SC"/>
                <a:cs typeface="Noto Sans CJK SC"/>
              </a:rPr>
              <a:t>HemoHIM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09728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草根煮一煮，为什么那么贵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5212080" cy="1965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55080" y="1463040"/>
            <a:ext cx="5257800" cy="19659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原先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196596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0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770,000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韩元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162763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E08A8A"/>
                </a:solidFill>
                <a:latin typeface="Noto Sans CJK SC"/>
                <a:ea typeface="Noto Sans CJK SC"/>
                <a:cs typeface="Noto Sans CJK SC"/>
              </a:rPr>
              <a:t>现在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4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76,500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288036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E08A8A"/>
                </a:solidFill>
                <a:latin typeface="Noto Sans CJK SC"/>
                <a:ea typeface="Noto Sans CJK SC"/>
                <a:cs typeface="Noto Sans CJK SC"/>
              </a:rPr>
              <a:t>韩元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6118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21212"/>
                </a:solidFill>
                <a:latin typeface="Noto Sans CJK SC"/>
                <a:ea typeface="Noto Sans CJK SC"/>
                <a:cs typeface="Noto Sans CJK SC"/>
              </a:rPr>
              <a:t>价格停在十年前。品质走到十年后。依据是一个月十万盒。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06240"/>
            <a:ext cx="3566160" cy="16916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0.5  →  18 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2920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三十六倍。操作的人仍是一个。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61688" y="4206240"/>
            <a:ext cx="3566160" cy="16916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38912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干燥与切断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02920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省掉。鲜品洗净，直接取汁。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6448" y="4206240"/>
            <a:ext cx="3566160" cy="16916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438912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合同栽培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502920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药材没有弹性。锁在涨价之前。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6473952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B0B0B0"/>
                </a:solidFill>
                <a:latin typeface="Noto Sans CJK SC"/>
                <a:ea typeface="Noto Sans CJK SC"/>
                <a:cs typeface="Noto Sans CJK SC"/>
              </a:rPr>
              <a:t>08  / 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D0121A"/>
                </a:solidFill>
                <a:latin typeface="Noto Sans CJK SC"/>
                <a:ea typeface="Noto Sans CJK SC"/>
                <a:cs typeface="Noto Sans CJK SC"/>
              </a:rPr>
              <a:t>一贯工程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09728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重做的是整条线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011680"/>
            <a:ext cx="342900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走到原料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08960"/>
            <a:ext cx="338328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调配不是源头。温度、压力、配比，向原料厂要。产线怎么转，图纸在设备厂手里。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15544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2011680"/>
            <a:ext cx="342900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先锁住，再放量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3108960"/>
            <a:ext cx="338328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工业品可以连夜加产。药材要一两年。市场做大之前，工序先放到不能再省。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6448" y="15544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6448" y="2011680"/>
            <a:ext cx="342900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会做，才交出运转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6448" y="3108960"/>
            <a:ext cx="338328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设备我们出，原料我们买，对方只运转。一起，可以把小公司做到一百亿。不一起，自己做。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5349240"/>
            <a:ext cx="11045952" cy="1371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55778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绝对价格，是谁来做都无法更便宜。跟，就一起。不跟，自己做。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5560" y="6473952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B0B0B0"/>
                </a:solidFill>
                <a:latin typeface="Noto Sans CJK SC"/>
                <a:ea typeface="Noto Sans CJK SC"/>
                <a:cs typeface="Noto Sans CJK SC"/>
              </a:rPr>
              <a:t>09  / 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D0121A"/>
                </a:solidFill>
                <a:latin typeface="Noto Sans CJK SC"/>
                <a:ea typeface="Noto Sans CJK SC"/>
                <a:cs typeface="Noto Sans CJK SC"/>
              </a:rPr>
              <a:t>对手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09728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生产侧，对方已经走到了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54480"/>
            <a:ext cx="5394960" cy="30632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554480"/>
            <a:ext cx="5394960" cy="30632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大创的销售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94560"/>
            <a:ext cx="484632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56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4.5 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3756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增长维持在三成以上。
策展、放量、进产线，它都做。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1783080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D0121A"/>
                </a:solidFill>
                <a:latin typeface="Noto Sans CJK SC"/>
                <a:ea typeface="Noto Sans CJK SC"/>
                <a:cs typeface="Noto Sans CJK SC"/>
              </a:rPr>
              <a:t>艾多美眼下的增长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2194560"/>
            <a:ext cx="484632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56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约 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333756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品质更好、设计更好，
解释不了这一仗。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89204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800" b="0" i="0" lang="zh-CN" altLang="en-US">
                <a:solidFill>
                  <a:srgbClr val="121212"/>
                </a:solidFill>
                <a:latin typeface="Noto Sans CJK SC"/>
                <a:ea typeface="Noto Sans CJK SC"/>
                <a:cs typeface="Noto Sans CJK SC"/>
              </a:rPr>
              <a:t>便宜不等于粗糙。生产上能挖的，对方大多已经挖到了。
差别要到销售这一侧去找。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5560" y="6473952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B0B0B0"/>
                </a:solidFill>
                <a:latin typeface="Noto Sans CJK SC"/>
                <a:ea typeface="Noto Sans CJK SC"/>
                <a:cs typeface="Noto Sans CJK SC"/>
              </a:rPr>
              <a:t>10  / 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D0121A"/>
                </a:solidFill>
                <a:latin typeface="Noto Sans CJK SC"/>
                <a:ea typeface="Noto Sans CJK SC"/>
                <a:cs typeface="Noto Sans CJK SC"/>
              </a:rPr>
              <a:t>组织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09728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店不存在，队伍先走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5394960" cy="233172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463040"/>
            <a:ext cx="5394960" cy="23317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6459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大创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48840"/>
            <a:ext cx="4800600" cy="1371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必须先有店，人再来。
店的成本，和到店的成本，都是实的。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459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00600" cy="1371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E6E6E6"/>
                </a:solidFill>
                <a:latin typeface="Noto Sans CJK SC"/>
                <a:ea typeface="Noto Sans CJK SC"/>
                <a:cs typeface="Noto Sans CJK SC"/>
              </a:rPr>
              <a:t>没有店。人自己用，也介绍。
半价的体验代替广告。省下的，就是那 35%。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52728" y="4315968"/>
            <a:ext cx="8503919" cy="32004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4133087"/>
            <a:ext cx="384048" cy="384048"/>
          </a:xfrm>
          <a:prstGeom prst="ellipse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39" y="4663440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4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绝对价格</a:t>
            </a:r>
          </a:p>
        </p:txBody>
      </p:sp>
      <p:sp>
        <p:nvSpPr>
          <p:cNvPr id="14" name="Oval 13"/>
          <p:cNvSpPr/>
          <p:nvPr/>
        </p:nvSpPr>
        <p:spPr>
          <a:xfrm>
            <a:off x="3886200" y="4133087"/>
            <a:ext cx="384048" cy="384048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4663440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4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会员</a:t>
            </a:r>
          </a:p>
        </p:txBody>
      </p:sp>
      <p:sp>
        <p:nvSpPr>
          <p:cNvPr id="16" name="Oval 15"/>
          <p:cNvSpPr/>
          <p:nvPr/>
        </p:nvSpPr>
        <p:spPr>
          <a:xfrm>
            <a:off x="6720840" y="4133087"/>
            <a:ext cx="384048" cy="384048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4663440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4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产量</a:t>
            </a:r>
          </a:p>
        </p:txBody>
      </p:sp>
      <p:sp>
        <p:nvSpPr>
          <p:cNvPr id="18" name="Oval 17"/>
          <p:cNvSpPr/>
          <p:nvPr/>
        </p:nvSpPr>
        <p:spPr>
          <a:xfrm>
            <a:off x="9555480" y="4133087"/>
            <a:ext cx="384048" cy="384048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59" y="4663440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4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成本再降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212080"/>
            <a:ext cx="1106424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摩洛哥，会员十万以上。孟加拉，约二十万。收入差这么远，卖的是同一套产品。
轮子没有刹车。邻里若觉得街上有差不多的东西、价格低很多，话就传不出去。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5560" y="6473952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B0B0B0"/>
                </a:solidFill>
                <a:latin typeface="Noto Sans CJK SC"/>
                <a:ea typeface="Noto Sans CJK SC"/>
                <a:cs typeface="Noto Sans CJK SC"/>
              </a:rPr>
              <a:t>11  / 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D0121A"/>
                </a:solidFill>
                <a:latin typeface="Noto Sans CJK SC"/>
                <a:ea typeface="Noto Sans CJK SC"/>
                <a:cs typeface="Noto Sans CJK SC"/>
              </a:rPr>
              <a:t>策展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09728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不停在货架上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4630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留下什么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087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一个品类，一个。品质不拿来换价格。顾客不必在几百个相近的东西之间比较。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404872"/>
            <a:ext cx="11045952" cy="1371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060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如何守住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517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从原物到流通。工厂不必座座自有。原料、设备基准和数据，要在自己手里。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547871"/>
            <a:ext cx="11045952" cy="13716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749039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74903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对准谁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794759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同一种产品，不再对所有人说同一句话。身体不同，建议就不同。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983480"/>
            <a:ext cx="11045952" cy="1051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2120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五百个，不能按五百个算。一把牙刷，顶别人那几百款里被挑剩的一个。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5560" y="6473952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B0B0B0"/>
                </a:solidFill>
                <a:latin typeface="Noto Sans CJK SC"/>
                <a:ea typeface="Noto Sans CJK SC"/>
                <a:cs typeface="Noto Sans CJK SC"/>
              </a:rPr>
              <a:t>12  / 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D0121A"/>
                </a:solidFill>
                <a:latin typeface="Noto Sans CJK SC"/>
                <a:ea typeface="Noto Sans CJK SC"/>
                <a:cs typeface="Noto Sans CJK SC"/>
              </a:rPr>
              <a:t>三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09728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三台引擎，一个结构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08760"/>
            <a:ext cx="3566160" cy="33832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3566160" cy="7315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83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19456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个人平台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926080"/>
            <a:ext cx="30175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自己的店，自己的健康，自己的教育，收成一处。一小时，变成五分钟。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1508760"/>
            <a:ext cx="3566160" cy="33832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1688" y="1508760"/>
            <a:ext cx="3566160" cy="7315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1783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A-Care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19456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艾护理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926080"/>
            <a:ext cx="30175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从“请用”，进到血、饮食，和以后的十年。越用越准，人就留下来。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6448" y="1508760"/>
            <a:ext cx="3566160" cy="33832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6448" y="1508760"/>
            <a:ext cx="3566160" cy="7315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783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AZA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19456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阿扎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8" y="2926080"/>
            <a:ext cx="30175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鸡蛋、油、加油，接进同一处。十万个品目负责人每天来。一百兆，靠大约五百个主力品目。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1206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21212"/>
                </a:solidFill>
                <a:latin typeface="Noto Sans CJK SC"/>
                <a:ea typeface="Noto Sans CJK SC"/>
                <a:cs typeface="Noto Sans CJK SC"/>
              </a:rPr>
              <a:t>事业者从推销变成顾问，变成这家平台的主人。
消费、推荐和组织，变成留得下的资产。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5560" y="6473952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B0B0B0"/>
                </a:solidFill>
                <a:latin typeface="Noto Sans CJK SC"/>
                <a:ea typeface="Noto Sans CJK SC"/>
                <a:cs typeface="Noto Sans CJK SC"/>
              </a:rPr>
              <a:t>13  / 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D0121A"/>
                </a:solidFill>
                <a:latin typeface="Noto Sans CJK SC"/>
                <a:ea typeface="Noto Sans CJK SC"/>
                <a:cs typeface="Noto Sans CJK SC"/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09728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四件事同时为真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5349240" cy="210312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6916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031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这条链不容易被照抄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33472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抄一张价格表容易。抄育苗、栽培、图纸和数据，要有愿景，也要有敢先投入的人。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463040"/>
            <a:ext cx="5349240" cy="210312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6248" y="16916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不附带对方肯配合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2633472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跟，就一起把小公司做大。不跟，优化也不停。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794760"/>
            <a:ext cx="5349240" cy="210312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402336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4348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一半，就是千兆的底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965192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不要全部市场。绝对品质、绝对价格这一层的一半，已经够。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794760"/>
            <a:ext cx="5349240" cy="210312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6248" y="402336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44348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21212"/>
                </a:solidFill>
                <a:latin typeface="Noto Sans CJK SC Medium"/>
                <a:ea typeface="Noto Sans CJK SC Medium"/>
                <a:cs typeface="Noto Sans CJK SC Medium"/>
              </a:rPr>
              <a:t>人留下，产量才留下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4965192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5E5E5E"/>
                </a:solidFill>
                <a:latin typeface="Noto Sans CJK SC"/>
                <a:ea typeface="Noto Sans CJK SC"/>
                <a:cs typeface="Noto Sans CJK SC"/>
              </a:rPr>
              <a:t>健康越用越准，日常开支接在一处，内容和组织长在自己的平台上。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5560" y="6473952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B0B0B0"/>
                </a:solidFill>
                <a:latin typeface="Noto Sans CJK SC"/>
                <a:ea typeface="Noto Sans CJK SC"/>
                <a:cs typeface="Noto Sans CJK SC"/>
              </a:rPr>
              <a:t>14  / 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0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0584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生产被重做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35607"/>
            <a:ext cx="100584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消费者被组织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93976"/>
            <a:ext cx="100584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选择被拿掉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52344"/>
            <a:ext cx="10058400" cy="53035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三十五个点有了出处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947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5200" b="0" i="0" lang="zh-CN" altLang="en-US">
                <a:solidFill>
                  <a:srgbClr val="D0121A"/>
                </a:solidFill>
                <a:latin typeface="Noto Sans CJK SC Medium"/>
                <a:ea typeface="Noto Sans CJK SC Medium"/>
                <a:cs typeface="Noto Sans CJK SC Medium"/>
              </a:rPr>
              <a:t>不能不去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8064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A0A0A0"/>
                </a:solidFill>
                <a:latin typeface="Noto Sans CJK SC"/>
                <a:ea typeface="Noto Sans CJK SC"/>
                <a:cs typeface="Noto Sans CJK SC"/>
              </a:rPr>
              <a:t>蒙想讯息  ·  2026年9月22日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95560" y="6473952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E6E6E"/>
                </a:solidFill>
                <a:latin typeface="Noto Sans CJK SC"/>
                <a:ea typeface="Noto Sans CJK SC"/>
                <a:cs typeface="Noto Sans CJK SC"/>
              </a:rPr>
              <a:t>15  / 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艾多美何以成为100兆韩元企业</dc:title>
  <dc:subject>蒙想讯息 · 2026年9月22日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