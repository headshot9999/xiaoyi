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开场不要解释标题。停一拍，直接进入下一页的两个数字。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先把落差放上桌。十兆用了六十年。一百兆要在大约十五年里走到。听众若不信，后面的每一页都是写给这个不信的。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信念是把自己的想法握紧。要的是另一件事：结构如此。后面所有页，都按“不信的人也能跟上”来讲。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不要全部市场。最上大约百分之一，和只求最贱的那一层，都放下。一百兆的分母，是同时要绝对品质和绝对价格的人，再取一半。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向消费者加价，等于在好市多面前认输。对方降不下来的成本，渠道也降不下来。水要喝，先问水源。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半价、津贴、公司余量，三件同时成立，靠的是同一处水源。下一页用牙刷把这个算法拆开。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一个造型。嘴不变，模具不改。腔数做大，原料买吨袋，货款付现金。策展若停在挑一个现成的好货，Coupang 明天就能做。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罐子从零点五吨到十八吨。药房要烘干、切断；大罐用鲜品，这两道就没有了。十月起按七万六千五百韩元卖。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绝对价格的定义：谁来做，都做不到比这更便宜。一百兆不是“等对方肯配合”。跟，就一起；不跟，优化也不停。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大创比卖场更要认真看。经营者从制造里出来，下一代已经进入化妆品。说品牌更高，是不够的。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组织先于店铺移动。非洲、孟加拉、秘鲁、巴拿马，都是队伍先走。绝对价格招来会员，会员堆出产量，产量把成本再压低。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信息和商品溢出来的时候，人要的不是更多，是谁按什么标准替他选。大量生产人人懂，进不去，是因为两边都在躲风险。愿景要先被看见。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三A不是三款应用。艾护理负责关系，阿扎负责每天来，个人平台负责把事业做成方法。加油走联名卡的积分，不把加油券当商品卖。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一百兆是这四句同时转起来的结果。可以分开背，不能分开成立。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两地一南一北。台湾说明认得成本的市场为什么吃这套逻辑。澳洲说明一贯工程怎样落在一个具体的产地。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收束不再加新论点。四句读完，停在“不能不去”。问的时候，回到水源、组织、三A，这三处。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66928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 spc="160">
                <a:solidFill>
                  <a:srgbClr val="C8B8A4"/>
                </a:solidFill>
                <a:latin typeface="Noto Sans CJK SC"/>
                <a:ea typeface="Noto Sans CJK SC"/>
                <a:cs typeface="Noto Sans CJK SC"/>
              </a:rPr>
              <a:t>蒙想讯息   ·   二〇二六年九月二十二日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1024128"/>
            <a:ext cx="1051560" cy="19050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874519"/>
            <a:ext cx="1005840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4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艾多美何以成为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971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4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一百兆韩元企业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434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E4C7B4"/>
                </a:solidFill>
                <a:latin typeface="Noto Serif CJK SC Medium"/>
                <a:ea typeface="Noto Serif CJK SC Medium"/>
                <a:cs typeface="Noto Serif CJK SC Medium"/>
              </a:rPr>
              <a:t>把口号写成结构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89788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 spc="22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一贯工程     一能一品     三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01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十倍，就在这段年月里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5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眼下的第一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1C1916"/>
                </a:solidFill>
                <a:latin typeface="Noto Serif CJK SC"/>
                <a:ea typeface="Noto Serif CJK SC"/>
                <a:cs typeface="Noto Serif CJK SC"/>
              </a:rPr>
              <a:t>十兆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566160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800" b="0" i="0" lang="zh-CN" altLang="en-US">
                <a:solidFill>
                  <a:srgbClr val="3A342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安利。行业里走在前面的那个数字。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965960"/>
            <a:ext cx="12700" cy="288036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50">
                <a:solidFill>
                  <a:srgbClr val="8E2E2A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502920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一百兆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5661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Aft>
                <a:spcPts val="400"/>
              </a:spcAft>
            </a:pPr>
            <a:r>
              <a:rPr sz="1800" b="0" i="0" lang="zh-CN" altLang="en-US">
                <a:solidFill>
                  <a:srgbClr val="3A342F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  <a:p>
            <a:pPr algn="l">
              <a:lnSpc>
                <a:spcPct val="135000"/>
              </a:lnSpc>
            </a:pPr>
            <a:r>
              <a:rPr sz="15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蒙想还在的年月。不是一百年之后。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507492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2578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再往后，是千兆。要比过的，是沃尔玛，是亚马逊。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标准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信念握得住口号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916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一百兆若只是被喊出来，它还停在念头里。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2331720"/>
            <a:ext cx="470916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2331720"/>
            <a:ext cx="4892040" cy="14604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信念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20040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中心是自己。
喊一喊，念头会更紧。
一百兆不会因此发生。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6032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8E2E2A"/>
                </a:solidFill>
                <a:latin typeface="Noto Serif CJK SC Medium"/>
                <a:ea typeface="Noto Serif CJK SC Medium"/>
                <a:cs typeface="Noto Serif CJK SC Medium"/>
              </a:rPr>
              <a:t>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200400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论证要写给不信的人。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战场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先把人分开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642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把场子铺开，说你们自己挑。教科书接着说，高低都做。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77440"/>
            <a:ext cx="64008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77440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377440"/>
            <a:ext cx="3931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377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24612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447288"/>
            <a:ext cx="64008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47288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丢掉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447288"/>
            <a:ext cx="3931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只认便宜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4472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315968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517136"/>
            <a:ext cx="64008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留下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517136"/>
            <a:ext cx="3931920" cy="3840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绝对品质，绝对价格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51713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这一层拿下一半，千兆也撑得住。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04  / 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津贴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三十五个点，不能向顾客要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84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4389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会员侧的津贴。
早年靠“少了中间商”。
现在的渠道，大多只过一手。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783080"/>
            <a:ext cx="12700" cy="3977639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89320" y="173736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好市多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48255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3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毛利为零。年费约八万韩元。买一千万与买一亿，都是这一笔。生产者不另加负担。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679191"/>
            <a:ext cx="534924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788920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易买得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099815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3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3730751"/>
            <a:ext cx="534924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3840479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电视购物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4151375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3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水源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工序重做之后，三件事同时成立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0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会员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889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大约半价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0832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0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331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事业者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0832" y="27889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津贴还在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2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0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331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公司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2" y="278892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仍有余量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977639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519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这三十五个点的水源，在生产工序里。
不是加在价格上，也不是从合作方的利润里硬削下来。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牙刷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差出来的，不是毛利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91640"/>
            <a:ext cx="548640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8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2608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 Medium"/>
                <a:ea typeface="Noto Sans CJK SC Medium"/>
                <a:cs typeface="Noto Sans CJK SC Medium"/>
              </a:rPr>
              <a:t>韩元。二十年，没有人跟上。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87451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市价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1945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600" b="0" i="0" lang="zh-CN" altLang="en-US">
                <a:solidFill>
                  <a:srgbClr val="1C1916"/>
                </a:solidFill>
                <a:latin typeface="Noto Serif CJK SC"/>
                <a:ea typeface="Noto Serif CJK SC"/>
                <a:cs typeface="Noto Serif CJK SC"/>
              </a:rPr>
              <a:t>2,000–3,000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3154680"/>
            <a:ext cx="4709160" cy="73152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3154680"/>
            <a:ext cx="1883664" cy="73152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2918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一千八百韩元，叠着三层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862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 Medium"/>
                <a:ea typeface="Noto Serif CJK SC Medium"/>
                <a:cs typeface="Noto Serif CJK SC Medium"/>
              </a:rPr>
              <a:t>制造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88620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型号一多，每样只做一点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3891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 Medium"/>
                <a:ea typeface="Noto Serif CJK SC Medium"/>
                <a:cs typeface="Noto Serif CJK SC Medium"/>
              </a:rPr>
              <a:t>信任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38912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广告，和店铺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89204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 Medium"/>
                <a:ea typeface="Noto Serif CJK SC Medium"/>
                <a:cs typeface="Noto Serif CJK SC Medium"/>
              </a:rPr>
              <a:t>选择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9204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挑选，买错，退货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07  / 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HemoHIM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草根煮一煮，为什么那么贵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475488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7C756E"/>
                </a:solidFill>
                <a:latin typeface="Noto Serif CJK SC"/>
                <a:ea typeface="Noto Serif CJK SC"/>
                <a:cs typeface="Noto Serif CJK SC"/>
              </a:rPr>
              <a:t>770,000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1965960"/>
            <a:ext cx="7315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32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4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76,500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880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价格停在十年前。品质走到十年后。依据是一个月十万盒。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52044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66674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0.5  →  18 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685032"/>
            <a:ext cx="64922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三十六倍。操作的人仍是一个。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233672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37997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干燥与切断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4398264"/>
            <a:ext cx="64922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省掉。鲜品洗净，直接取汁。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946904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09320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合同栽培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5111496"/>
            <a:ext cx="64922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药材没有弹性。锁在涨价之前。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08  / 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一贯工程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重做的是整条线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8600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4612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调配不是源头。温度、压力、配比，向原料厂要。产线怎么转，图纸在设备厂手里。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874519"/>
            <a:ext cx="12700" cy="338328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228600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先锁住，再放量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324612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工业品可以连夜加产。药材要一两年。市场做大之前，工序先放到不能再省。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74519"/>
            <a:ext cx="12700" cy="338328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28600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会做，才交出运转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324612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设备我们出，原料我们买，对方只运转。一起，可以把小公司做到一百亿。不一起，自己做。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09  / 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对手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生产侧，对方已经走到了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C1916"/>
                </a:solidFill>
                <a:latin typeface="Noto Serif CJK SC"/>
                <a:ea typeface="Noto Serif CJK SC"/>
                <a:cs typeface="Noto Serif CJK SC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832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920240"/>
            <a:ext cx="12700" cy="246888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475488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8E2E2A"/>
                </a:solidFill>
                <a:latin typeface="Noto Sans CJK SC"/>
                <a:ea typeface="Noto Sans CJK SC"/>
                <a:cs typeface="Noto Sans CJK SC"/>
              </a:rPr>
              <a:t>艾多美眼下的增长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品质更好、设计更好，
解释不了这一仗。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461772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8463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便宜不等于粗糙。中国制造大约三成，其余来自韩国和其他地方。
生产上能挖的，对方大多已经挖到了。差别要到销售这一侧去找。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组织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店不存在，队伍先走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86000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必须先有店，人再来。
没有店，连找上门的路都没有。
店的成本，和到店的成本，都是实的。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8E2E2A"/>
                </a:solidFill>
                <a:latin typeface="Noto Serif CJK SC Medium"/>
                <a:ea typeface="Noto Serif CJK SC Medium"/>
                <a:cs typeface="Noto Serif CJK SC Medium"/>
              </a:rPr>
              <a:t>艾多美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28600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半价的体验代替广告。
省下来的，就是那三十五个点。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406908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29768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427939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429768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会员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2352" y="427939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429768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产量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9832" y="427939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5672" y="429768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成本再降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937760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摩洛哥，会员十万以上。孟加拉，约二十万。收入差这么远，卖的是同一套产品。
轮子没有刹车。邻里若觉得街角有差不多的东西、价格只有一半的一半，话就传不出去。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策展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不停在货架上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37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737360"/>
            <a:ext cx="7498079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一个品类，一个。品质不拿来换价格。顾客不必在几百个相近的东西之间比较。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679191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880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80360"/>
            <a:ext cx="7498079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从原物到流通。工厂不必座座自有。原料、设备基准和数据，要在自己手里。循环的第一步，是对方看得见的愿景。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822192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402336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23360"/>
            <a:ext cx="7498079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3492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1C1916"/>
                </a:solidFill>
                <a:latin typeface="Noto Sans CJK SC Medium"/>
                <a:ea typeface="Noto Sans CJK SC Medium"/>
                <a:cs typeface="Noto Sans CJK SC Medium"/>
              </a:rPr>
              <a:t>五百个，不能按五百个算。亚马逊一把牙刷就有几百款。我们一把，顶被挑剩的那一个。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三 A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三台引擎，一个结构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83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94560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260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自己的店，自己的健康，自己的教育，收成一处。一小时，变成五分钟。平台本身就是人工智能。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783080"/>
            <a:ext cx="12700" cy="324612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783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5112" y="2194560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5112" y="29260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从“好东西请用”，进到血、饮食，和以后的十年。越用越准。人因此留下来。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783080"/>
            <a:ext cx="12700" cy="324612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178308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 spc="120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194560"/>
            <a:ext cx="31546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6992" y="29260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鸡蛋、油、加油，接进同一处。十万个品目负责人每天走进来。一百兆，由大约五百个主力品目赚。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212080"/>
            <a:ext cx="10744200" cy="127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394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事业者从推销变成顾问，变成这家平台的主人。消费、推荐和组织，变成留得下的资产。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四件事同时为真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6916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7335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9164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抄一张价格表容易。抄育苗、栽培、图纸、专用线和数据，要同时有愿景和敢先投入的人。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432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72491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74320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7647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79476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4846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8E2E2A"/>
                </a:solidFill>
                <a:latin typeface="Noto Serif CJK SC"/>
                <a:ea typeface="Noto Serif CJK SC"/>
                <a:cs typeface="Noto Serif CJK SC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828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84632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14  / 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38404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 lang="zh-CN" altLang="en-US" spc="240">
                <a:solidFill>
                  <a:srgbClr val="8E2E2A"/>
                </a:solidFill>
                <a:latin typeface="Noto Sans CJK SC Medium"/>
                <a:ea typeface="Noto Sans CJK SC Medium"/>
                <a:cs typeface="Noto Sans CJK SC Medium"/>
              </a:rPr>
              <a:t>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749808"/>
            <a:ext cx="420624" cy="17145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896112"/>
            <a:ext cx="10698480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同一套算法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74519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台湾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600"/>
            <a:ext cx="489204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这个岛靠把成本和品质管到根上过活。
在工厂里拆过成本的人，读成分，算价格，相信用过的人。
绝对品质、绝对价格，在这里传得快。
站住了，华文圈就有了标准。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920240"/>
            <a:ext cx="12700" cy="3200400"/>
          </a:xfrm>
          <a:prstGeom prst="rect">
            <a:avLst/>
          </a:prstGeom>
          <a:solidFill>
            <a:srgbClr val="C9C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200" b="0" i="0" lang="zh-CN" altLang="en-US">
                <a:solidFill>
                  <a:srgbClr val="1C1916"/>
                </a:solidFill>
                <a:latin typeface="Noto Serif CJK SC Medium"/>
                <a:ea typeface="Noto Serif CJK SC Medium"/>
                <a:cs typeface="Noto Serif CJK SC Medium"/>
              </a:rPr>
              <a:t>澳洲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51460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600" b="0" i="0" lang="zh-CN" altLang="en-US">
                <a:solidFill>
                  <a:srgbClr val="3A342F"/>
                </a:solidFill>
                <a:latin typeface="Noto Sans CJK SC"/>
                <a:ea typeface="Noto Sans CJK SC"/>
                <a:cs typeface="Noto Sans CJK SC"/>
              </a:rPr>
              <a:t>麦卢卡的价格写在熟成里，
不写在分装上。
只谈成品价，结构不动。
先和蜂农锁量，再谈这一瓶多少钱。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7C756E"/>
                </a:solidFill>
                <a:latin typeface="Noto Sans CJK SC"/>
                <a:ea typeface="Noto Sans CJK SC"/>
                <a:cs typeface="Noto Sans CJK SC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 spc="300">
                <a:solidFill>
                  <a:srgbClr val="E4C7B4"/>
                </a:solidFill>
                <a:latin typeface="Noto Sans CJK SC Medium"/>
                <a:ea typeface="Noto Sans CJK SC Medium"/>
                <a:cs typeface="Noto Sans CJK SC Medium"/>
              </a:rPr>
              <a:t>所以</a:t>
            </a:r>
          </a:p>
        </p:txBody>
      </p:sp>
      <p:sp>
        <p:nvSpPr>
          <p:cNvPr id="3" name="Rectangle 2"/>
          <p:cNvSpPr/>
          <p:nvPr/>
        </p:nvSpPr>
        <p:spPr>
          <a:xfrm>
            <a:off x="713232" y="960120"/>
            <a:ext cx="420624" cy="19050"/>
          </a:xfrm>
          <a:prstGeom prst="rect">
            <a:avLst/>
          </a:prstGeom>
          <a:solidFill>
            <a:srgbClr val="8E2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80160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生产被重做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938528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96896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选择被拿掉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255263"/>
            <a:ext cx="10058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800" b="0" i="0" lang="zh-CN" altLang="en-US">
                <a:solidFill>
                  <a:srgbClr val="F7F3EB"/>
                </a:solidFill>
                <a:latin typeface="Noto Serif CJK SC"/>
                <a:ea typeface="Noto Serif CJK SC"/>
                <a:cs typeface="Noto Serif CJK SC"/>
              </a:rPr>
              <a:t>三十五个点有了出处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160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5400" b="0" i="0" lang="zh-CN" altLang="en-US">
                <a:solidFill>
                  <a:srgbClr val="E4C7B4"/>
                </a:solidFill>
                <a:latin typeface="Noto Serif CJK SC"/>
                <a:ea typeface="Noto Serif CJK SC"/>
                <a:cs typeface="Noto Serif CJK SC"/>
              </a:rPr>
              <a:t>不能不去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80644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 spc="12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蒙想讯息    ·    二〇二六年九月二十二日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4465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 lang="zh-CN" altLang="en-US" spc="12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艾多美  ·  一百兆韩元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446520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 spc="140">
                <a:solidFill>
                  <a:srgbClr val="A3988C"/>
                </a:solidFill>
                <a:latin typeface="Noto Sans CJK SC"/>
                <a:ea typeface="Noto Sans CJK SC"/>
                <a:cs typeface="Noto Sans CJK SC"/>
              </a:rPr>
              <a:t>16  / 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二〇二六年九月二十二日</dc:subject>
  <dc:creator>艾多美课题论证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