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23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降运费是采购都会做的事。一贯工程删的是只为旧卖法存在的工序，或把下一道工序搬到原料那面墙外。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个人平台先武装事业者：阶段、中文骨架、顾客进门就知道为什么买。酒店课和培训部是旧成本。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艾护理的输入是每餐、体型、步数、用药。输出是对这个人的一句：为什么是这一个。血和尿可以后补，记录不能等医院。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阿扎是市集的地面，不是行政窗口。鲭鱼这类高成本率的日常品负责人来。一百兆仍由大约五百个主力品目赚。电走规则内的积分，不卖加油券。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月13日全球一体化工艺奖的三个发表主题：一百兆的论证，一能一品与一体化的产品策展，三A扩散与平台主人培育。9月15日座谈已知重点是中国市场增长、对合作方成功负责、决策速度与投入。完整稿不在手上，幻灯片只使用这三句，不补写原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收束把三 A 落回中国法人：店、这个人、每天。然后停住。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中国法人要做的，是把只为旧卖法存在的工序拿掉。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运费，不做一贯工程也会降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谈运费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包材、账期、运费，
谈下来报价会好看。
不做一贯工程的采购也会做。
三十五个点仍没有出处。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删工序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干燥、切断，
是药房按克卖才有的。
十八吨的罐子吃洗净的鲜品。
这两步可以没有。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搬到墙外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下一道工序盖在原料厂的院墙外，
用管道接。
运的那一趟被拿掉，
才不是在谈运费。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第一件，谁都会做。
后两件，才是一贯工程。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主人，不是链接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自己的店、健康、教育，
收在一处。
顾客进来就知道为什么买。
平台本身就是人工智能。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为什么是这一个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水飞蓟不再对所有人说对肝好。这个人的肝，才决定这句话。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人连续用，下个月那只罐子要排的数才看得见。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阿扎做的是热狗那一件事：
让人每天打开这个平台。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电在规则里累积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家用的电也要能累积。
办法在规则里面。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中国法人要交的三份证明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一百兆为何成立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用工序、组织、选择证明。
中国要的增长，
靠决策快、投入真。
图纸、栽培合同、骨架，
都是投入。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一个全球冠军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一个功能，一个产品。
品质世界第一。
价格压倒性第一。
中国的量，用来让
这一个主导品类。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 A 与平台主人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个人平台、艾护理、阿扎
一起扩散。
事业者育成平台主人。
跟上来的合作方，
成功一起负责。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三份是同一次企划。
分开做，就是接力。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个人平台是店，艾护理对着这个人说，
阿扎把每天接进来。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