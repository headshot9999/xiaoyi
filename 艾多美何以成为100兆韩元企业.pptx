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14 页。开场用这一句定标准：下面要证明的是结构，不是信念。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先把落差放上桌。听众若不信，后面每一页都是写给这个不信的。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Belief 是把自己的想法握紧。要的是 Faith：对象如此，信不信都会发生。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分母不是全部消费者。是同时要绝对品质和绝对价格的人，再取一半。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好市多已经把毛利做成零。35% 若转嫁给顾客，就该劝会员去好市多。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外包的意思变了：不是自己不会，是运转属于较低的一层，所以交出去。系统留在自己手里。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大创比一般卖场更要认真。经营者从制造里出来。品牌更高，是不够的答案。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非洲、孟加拉、秘鲁、巴拿马，都是队伍先走。店不是起点。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开放市场用长尾。艾多美把量集中到一个做得好的合作方。愿景先被看见，大量生产的循环才进得去。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艾护理负责关系，阿扎负责每天来，个人平台负责把事业做成方法。加油走联名卡积分，不卖加油券。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可以分开讲。不能分开成立。四句同时转，才是一百兆。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收束不再加新论点。四句对上封面那句：工序、组织、选择。然后停住。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29768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5720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一百兆不是喊出来的。
工序造出价格，组织代替店铺，选择被拿掉。三件事锁在一起，它就往那里去。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行业第一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83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18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BDBDBD"/>
                </a:solidFill>
                <a:latin typeface="Noto Sans CJK SC"/>
                <a:ea typeface="Noto Sans CJK SC"/>
                <a:cs typeface="Noto Sans CJK SC"/>
              </a:rPr>
              <a:t>安利用了这么久，
走到大约这个数字。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063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6118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蒙想还在的年月。
不是一百年之后。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892040"/>
            <a:ext cx="502920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120640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追上第一，努力可以说通。
十倍，必须有结构。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信念握不住一百兆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475488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中心是自己。
把“一定行”喊紧，念头会更硬。
事情本身不会因此发生。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4632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口号只能把信念握紧。
这一份稿要写给不信的人。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70432"/>
            <a:ext cx="6071616" cy="507492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下面要交出的，是这个“都”。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一百兆不需要所有人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亚马逊、沃尔玛、Coupang 把场子铺开，让人自己挑。教科书接着说：高低都做。
这条正论一旦占了位置，绝对品质和绝对价格就站不稳。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0428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942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最上约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0428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375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53872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8386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只认最便宜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720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731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71830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绝对品质，绝对价格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7316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这一层拿下一半，就够走到千兆。不必占满。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三十五个点，不能向顾客要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7548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这是会员侧的津贴。
现在的渠道大多只过一手。
不能再解释成少了中间商。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00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毛利为零。年费约八万韩元，买一千万和买一亿都是这一笔。生产者不另加负担。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2267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2377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743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3410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520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886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向消费者加价，这一仗是输的。三十五个点要在工序里造出来。
造出来之后，会员大约半价，事业者仍有津贴，公司仍有余量。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人们以为搅拌的人在制造。真正的条件在原料厂：温度、压力、配比。设备厂手里有运转法。按一年的量去要图纸。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涨价之前锁住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工业品可以连夜加产。药材不行。工序要先放到不能再省的地方。绝对价格，是谁来做都无法更便宜。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设备我们出，原料我们买，对方只运转。一起，两亿的公司可以做到一百亿。不一起，自己做。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440680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洗发水也是这条路：并成一个，换料和清洗的损耗去掉，成本至少降一半。
一百兆不附带“对方肯配合”。跟，就一起。不跟，优化也不停。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
便宜，不等于粗糙。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417320"/>
            <a:ext cx="10972" cy="26517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艾多美眼下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691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这是增长，不是销售。
品质更好、设计更好，
解释不了这个差距。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348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生产上能挖到的，对方大多已经挖到。差别只能到销售这一侧去找。
若邻里觉得街上有差不多的东西，价格只有一半的一半，后面的教育再密，话也传不出去。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没有店，那三十五个点才回得来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店的成本，和人找上门的成本，
都是实的。没有店，就没有消费者。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70432"/>
            <a:ext cx="6071616" cy="2148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5331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E8E8E8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半价的体验代替广告和店铺。
省下来的，就是那 35%。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2062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43484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价格带来会员，会员堆出产量，产量把成本再压低。轮子没有刹车。
摩洛哥会员十万以上，孟加拉约二十万。收入差这么远，卖的是同一套产品。
这种东西不是广告推过境的。组织先动，店可以后有。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策展不停在货架上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5272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一个品类，一个。品质不拿来换价格。顾客不必在几百个相近的东西里比较。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214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0428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从原物管到流通。工厂不必座座自有。原料、设备基准和数据要在自己手里。循环的第一步，是对方看得见的愿景，不是先把货堆出来。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7296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33756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5584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2452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所以五百个，不能按五百个算。
亚马逊一把牙刷就有几百款。我们一把，顶的是被挑剩的那一个。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三个工具，是一个结构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自己的店、自己的健康、自己的教育，收在一处。过去租酒店讲一小时，收成五分钟。平台本身就是人工智能。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A-Care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不再说“做好了请用”。血、饮食、活动放进来，一年、五年、十年后的身体可以估。越用越准，人才留下来。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鸡蛋、油、加油接进来，负责人每天走进来。十万个品目不赚一百兆。一百兆，由大约五百个主力品目赚。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3776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事业者因此不再只是推销的人。工具一变，行为就变，身份就变成顾问，变成这家平台的主人。
消费、推荐和组织，变成留得下的资产。人留下，产量才留下。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四件事情要同时为真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1615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550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价格表好抄。育苗、栽培、图纸、专用线和数据，要有人先把愿景和钱放进去。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跟，就一起把小公司做大。不跟，优化也不停。目标没有这个条件。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9359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3250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212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三十五个点有了出处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广告和店铺被省掉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一个品类，只留一个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人留在结构里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产量才继续把成本压低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94760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