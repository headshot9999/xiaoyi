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停一拍。下一页只给两个数字。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十兆用了大约六十年。一百兆要在大约十五年里走到。后面都是写给不信的人。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信念是把自己的想法握紧。要交的是结构。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不要全部市场。一百兆的分母，是同时要绝对品质和绝对价格的人，再取一半。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向消费者加价，等于在好市多面前认输。水源要到工序里去找。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半价、津贴、公司余量，靠的是同一处水源。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把产量聚到一个造型上，成本才下得去。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价格停在十年前，品质走到十年后。依据是一个月十万盒。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一百兆不附带“对方肯配合”这个条件。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大创比一般卖场更要认真看。品牌更高，不够。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组织先于店铺移动。价格招来会员，会员堆出产量，产量再把成本压低。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大量生产人人懂。进不去，是因为两边都在躲风险。愿景要先被看见。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四句同时转，才是一百兆。可以分开讲，不能分开成立。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不再加新论点。停在不能不去。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·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5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5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57200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800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CFCFCF"/>
                </a:solidFill>
                <a:latin typeface="Noto Sans CJK SC"/>
                <a:ea typeface="Noto Sans CJK SC"/>
                <a:cs typeface="Noto Sans CJK SC"/>
              </a:rPr>
              <a:t>把口号写成结构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5C5C5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97880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6916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眼下的第一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5740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4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29000"/>
            <a:ext cx="45720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977639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安利。行业里走在前面的数字。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C8102E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512" y="2057400"/>
            <a:ext cx="53035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2900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97763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蒙想还在的年月。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5074920"/>
            <a:ext cx="4937760" cy="13716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30352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再往后是千兆。
要比过的，是沃尔玛，是亚马逊。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信念握得住口号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5544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240280"/>
            <a:ext cx="475488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0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中心是自己。
喊一喊，念头会更紧。
一百兆不会因此发生。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934456" cy="489204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659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9748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0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论证要写给不信的人。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先把人分开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场子铺开，是让人自己挑。高低都做，方向就会松。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8A8A8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746504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丢掉最上约 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313432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0040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8A8A8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3163824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丢掉只认便宜的人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730752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6177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581144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留下绝对品质，绝对价格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148072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这一层拿下一半，千兆也撑得住。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不能向顾客要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325880"/>
            <a:ext cx="493776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2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8036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会员侧的津贴。
渠道现在大多只过一手，
不能再靠少了中间商来解释。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4173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837944"/>
            <a:ext cx="53035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毛利为零。年费约八万韩元。
买一千万与买一亿，都是这一笔。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2624327"/>
            <a:ext cx="521208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7889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3209544"/>
            <a:ext cx="53035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95928"/>
            <a:ext cx="521208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41605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581144"/>
            <a:ext cx="53035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播出费用大约四成二。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三件事同时成立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965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231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会员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9260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大约半价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6552" y="1965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6552" y="24231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事业者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29260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津贴还在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9871" y="1965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9871" y="24231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9871" y="29260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仍有余量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434840"/>
            <a:ext cx="1074420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7548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0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三十五个点的水源，在生产工序里。
不是加在价格上，也不是硬削合作方的利润。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差出来的，不是毛利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548640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697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韩元  ·  二十年没有人跟上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46304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市价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17830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2,000 – 3,000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606040"/>
            <a:ext cx="4754880" cy="128016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2606040"/>
            <a:ext cx="1901952" cy="12801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017520"/>
            <a:ext cx="1097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3017520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型号一多，每样只做一点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520439"/>
            <a:ext cx="1097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520439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广告，和店铺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023359"/>
            <a:ext cx="1097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023359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挑选，买错，退货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74920"/>
            <a:ext cx="1074420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3035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一个造型。腔数做大，原料买吨袋，货款付现金。
停在挑一件现成的好货，别人明天就能做。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为什么能卖到这个价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5897880" cy="288036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897880" y="1280160"/>
            <a:ext cx="6300216" cy="288036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920240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063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韩元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5087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F0A0A0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F0A0A0"/>
                </a:solidFill>
                <a:latin typeface="Noto Sans CJK SC"/>
                <a:ea typeface="Noto Sans CJK SC"/>
                <a:cs typeface="Noto Sans CJK SC"/>
              </a:rPr>
              <a:t>韩元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315968"/>
            <a:ext cx="106984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价格停在十年前，品质走到十年后。依据是一个月十万盒。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8280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2303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三十六倍，仍是一个人。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4892040"/>
            <a:ext cx="10972" cy="86868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48280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干燥与切断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52303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省掉。鲜品直接取汁。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18703" y="4892040"/>
            <a:ext cx="10972" cy="86868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1" y="48280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合同栽培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1" y="52303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锁在涨价之前。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63040"/>
            <a:ext cx="347472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调配不是源头。温度、压力、配比，向原料厂要。图纸在设备厂手里。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1463040"/>
            <a:ext cx="347472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210312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32461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工业品可以连夜加产。药材要一两年。市场做大之前，先把工序放到不能再省。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1" y="1463040"/>
            <a:ext cx="347472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1" y="210312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32461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设备我们出，原料我们买。一起，小公司可以做到一百亿。不一起，自己做。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62356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谁来做，都无法更便宜。跟，就一起。不跟，自己做。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55448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8A8A8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20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2004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增长在三成以上。
策展、放量、进产线，它都做。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691640"/>
            <a:ext cx="10972" cy="246888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C8102E"/>
                </a:solidFill>
                <a:latin typeface="Noto Sans CJK SC"/>
                <a:ea typeface="Noto Sans CJK SC"/>
                <a:cs typeface="Noto Sans CJK SC"/>
              </a:rPr>
              <a:t>艾多美眼下的增长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2004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品质更好、设计更好，
解释不了这一仗。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09160"/>
            <a:ext cx="1074420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983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便宜不等于粗糙。生产上能挖的，对方大多已经挖到。
差别在销售这一侧。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店不存在，队伍先走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659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店的成本，和到店的成本，都是实的。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6071616" cy="233172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05740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半价的体验代替广告。省下的，就是那 35%。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977639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  <a:r>
              <a:rPr sz="20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    —    </a:t>
            </a:r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  <a:r>
              <a:rPr sz="20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    —    </a:t>
            </a:r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  <a:r>
              <a:rPr sz="20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    —    </a:t>
            </a:r>
            <a:r>
              <a:rPr sz="20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00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摩洛哥会员十万以上，孟加拉约二十万。收入差这么远，卖的是同一套。
轮子没有刹车。街上若有差不多的东西、价格低很多，话就传不出去。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不停在货架上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630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51790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8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51460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56946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8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从原物管到流通。工厂不必座座自有，标准和数据要在自己手里。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5661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62102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8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92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2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五百个，不能按五百个算。
一把牙刷，顶别人那几百款里被挑剩的一个。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三台引擎，一个结构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63040"/>
            <a:ext cx="384048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88036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店、健康、教育，收成一处。
一小时，变成五分钟。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1463040"/>
            <a:ext cx="384048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21031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88036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从“请用”，进到血和饮食，
以及以后的十年。越用越准。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1" y="1463040"/>
            <a:ext cx="384048" cy="411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69164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1" y="21031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288036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鸡蛋、油、加油接进来。
一百兆，靠大约五百个主力品目。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709160"/>
            <a:ext cx="10744200" cy="10972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983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 i="0" lang="zh-CN" altLang="en-US">
                <a:solidFill>
                  <a:srgbClr val="111111"/>
                </a:solidFill>
                <a:latin typeface="Noto Sans CJK SC"/>
                <a:ea typeface="Noto Sans CJK SC"/>
                <a:cs typeface="Noto Sans CJK SC"/>
              </a:rPr>
              <a:t>事业者从推销变成顾问，变成平台的主人。
消费、推荐和组织，变成留得下的资产。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四件事同时为真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53312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828800"/>
            <a:ext cx="96012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价格表好抄。育苗、栽培、图纸和数据，要有人先投入。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42032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23744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99232"/>
            <a:ext cx="96012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跟，就一起做大。不跟，优化也不停。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7124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694176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169664"/>
            <a:ext cx="96012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不要全部市场。这一层人的一半，已经够。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882896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864608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11111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5340096"/>
            <a:ext cx="96012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D3D3D"/>
                </a:solidFill>
                <a:latin typeface="Noto Sans CJK SC"/>
                <a:ea typeface="Noto Sans CJK SC"/>
                <a:cs typeface="Noto Sans CJK SC"/>
              </a:rPr>
              <a:t>越用越准，开支接在一处，组织长在自己的平台上。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C4C4C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81912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95144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08376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三十五个点有了出处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77639"/>
            <a:ext cx="1005840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800" b="0" i="0" lang="zh-CN" altLang="en-US">
                <a:solidFill>
                  <a:srgbClr val="C8102E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85216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·  2026年9月22日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73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200" b="0" i="0" lang="zh-CN" altLang="en-US">
                <a:solidFill>
                  <a:srgbClr val="5C5C5C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