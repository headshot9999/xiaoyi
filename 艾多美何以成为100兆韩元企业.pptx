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8 页。只讲 3A：APP、Acare、AZA，以及人工智能怎样抬体验、抬业绩。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3A 就是 APP、Acare、AZA，不是三个并列的应用。新人进 Acare 建记录，记录说缺哪个功能，一能一品定那一个产品，AZA 每天接开支带出主力品目，买的人记在平台主人名下。平台主人是公司里的 PPO。要数的三样由中国法人自己给出，这里不填数字。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 先武装事业者：阶段、中文骨架、平台主人。PPO 是公司里对个人平台主人的叫法，全称 Personal Platform Owner，2021 年会刊已用。培育平台主人是9月13日奖项的三份发表之一。酒店课是旧成本。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Acare 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AZA 是市集的地面，不是行政窗口。鲭鱼出自9月22日文稿里的反问：成本率 75% 的日常品，35% 从哪来。答案是单靠它到不了一百兆，它让人每天来，五百个主力品目负责赚。充电接不接、走哪张卡哪张网，中国先定，不卖加油券。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千人千面是两样和那句话因人而异，不是目录变长。推荐只做缺什么、快用完、该带给谁。语音只确认已经摆上的两样，支付走现有收银台，不在语音里收集卡号。下单记在平台主人名下，并更新连续使用。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接在已有的首页两样和语音确认上，不另开一个会在几百款里挑的引擎。拍完重算是当次转化。空瓶前三天只续同一款。家里的人分开记，首页按人出。停用分三天、七天、十四天，用审过的骨架对这一个人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收束只留 3A：APP、Acare、AZA，以及要数的三样。然后停住。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APP 是事业者自己的店。Acare 对着这个人说缺什么。
AZA 把每天的开支接进来。写给中国法人。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3A 是一条线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Acare 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AZA 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记在谁名下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买的人记在这个
平台主人名下。
连续用了几天，
每天打不打开，
都从这里看见。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3A 就是 APP、Acare、AZA。
要数三样：建了记录的人，连续用的天数，每天打开 AZA 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APP，先改变事业者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平台主人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事业者是这家平台的主人，
不是发链接的人。
公司里的叫法是 PPO。
店、健康、教育，收在一处。
培育平台主人，是九月十三日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酒店课的费用在这里消失。
省下来的，补在事业者那三十五个点上。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Acare 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 Acare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AZA 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这十万个负责把人
每天引进来。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鲭鱼是个例子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会长拿鲭鱼作例子。
这种日常品成本率
到七成五。单靠它
到不了一百兆。
它让人每天来。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首页两样，语音只确认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千人千面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1556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打开不是目录。今天只摆两样：缺的那个功能对应的产品，旁边一句为什么；再加上每天用的那一件。人不同，两样不同。功效句只用审过的。没定哪句话能说，首页不新写。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5740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推荐只做三件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7568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缺什么：记录决定功能，功能决定那一个，不另推替代款。快用完了：按上次购买和用量提醒续上。该带给谁：先发进入 Acare 的入口，不发产品链接。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2608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03580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语音加购与支付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03580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说“把今天这两样加入购物车”，再说“确认支付”。语音不搜索、不比较、不改款。支付走现有收银台，语音里不报卡号、不存卡号。收银台没接上之前，语音只加购。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862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9592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97764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下完单，记在谁名下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9592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记在这个平台主人名下。这个人的连续使用更新。事业者工作台只看三行：谁还没建记录，谁的瓶子快空了，谁停了几天。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463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平台已经会在几百款里推荐。
中国法人的商城不做那一件。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四件都长在两样和语音上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拍完，首页当场重算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拍下这一餐，两样立刻换，不等运营改图。当次就能加购，不流失到下次打开。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21991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03703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空瓶前三天，只续同一款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60603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按上次的量和每天用量倒推。提前三天，语音只问要不要续上。不推新品。连续天数不断在这里。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73551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55263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家里的人分开记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6575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父母、孩子各一份记录。首页按人出两样，不混进一个购物车。买对的人变多，一户不止一个人在用。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2511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068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停了才开口，而且分档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0915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三天、七天、十四天，话用审过的骨架，对象是这一个人。点开就联系。被记得，不是被群发。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949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55955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体验省掉的是改图、再找、买错、被群发。业绩留下的是当次加购、续上、一户多人、停掉的人回来。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五分钟说明，早上三行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Acare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拍一张，说缺什么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说一句，就买到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要数的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记录、连续天数、每天打开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体验省掉的是等课、填表、搜索。
业绩留下的是续购，和跟到的那一个人。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